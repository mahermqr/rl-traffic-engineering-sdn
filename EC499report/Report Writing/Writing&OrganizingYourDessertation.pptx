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78" r:id="rId11"/>
    <p:sldId id="262" r:id="rId12"/>
    <p:sldId id="263" r:id="rId13"/>
    <p:sldId id="277" r:id="rId14"/>
    <p:sldId id="264" r:id="rId15"/>
    <p:sldId id="266" r:id="rId16"/>
    <p:sldId id="279" r:id="rId17"/>
    <p:sldId id="275" r:id="rId18"/>
    <p:sldId id="276" r:id="rId19"/>
  </p:sldIdLst>
  <p:sldSz cx="9144000" cy="6858000" type="screen4x3"/>
  <p:notesSz cx="6858000" cy="9144000"/>
  <p:defaultTextStyle>
    <a:defPPr>
      <a:defRPr lang="en-GB"/>
    </a:defPPr>
    <a:lvl1pPr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1pPr>
    <a:lvl2pPr marL="742950" indent="-28575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2pPr>
    <a:lvl3pPr marL="11430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3pPr>
    <a:lvl4pPr marL="16002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4pPr>
    <a:lvl5pPr marL="2057400" indent="-228600" algn="l" defTabSz="449263" rtl="0" fontAlgn="base">
      <a:spcBef>
        <a:spcPct val="0"/>
      </a:spcBef>
      <a:spcAft>
        <a:spcPct val="0"/>
      </a:spcAft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5pPr>
    <a:lvl6pPr marL="22860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6pPr>
    <a:lvl7pPr marL="27432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7pPr>
    <a:lvl8pPr marL="32004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8pPr>
    <a:lvl9pPr marL="3657600" algn="l" defTabSz="914400" rtl="0" eaLnBrk="1" latinLnBrk="0" hangingPunct="1">
      <a:defRPr sz="2400" kern="1200">
        <a:solidFill>
          <a:schemeClr val="bg1"/>
        </a:solidFill>
        <a:latin typeface="Arial" pitchFamily="34" charset="0"/>
        <a:ea typeface="ＭＳ Ｐゴシック" pitchFamily="34" charset="-128"/>
        <a:cs typeface="Arial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1111"/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F264D8-B9AB-45AE-B093-E6D26EFCADAD}" v="1" dt="2023-07-20T00:11:56.9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6" d="100"/>
          <a:sy n="76" d="100"/>
        </p:scale>
        <p:origin x="-1176" y="-104"/>
      </p:cViewPr>
      <p:guideLst>
        <p:guide orient="horz" pos="2160"/>
        <p:guide pos="2880"/>
      </p:guideLst>
    </p:cSldViewPr>
  </p:slideViewPr>
  <p:outlineViewPr>
    <p:cViewPr varScale="1">
      <p:scale>
        <a:sx n="170" d="200"/>
        <a:sy n="170" d="200"/>
      </p:scale>
      <p:origin x="-780" y="-8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9" d="100"/>
          <a:sy n="59" d="100"/>
        </p:scale>
        <p:origin x="-1752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جمانة عبد الهادي حسن منصور" userId="S::j.mansur@uot.edu.ly::10ac19a2-d0c4-4302-9514-73bd20b3fc62" providerId="AD" clId="Web-{76F264D8-B9AB-45AE-B093-E6D26EFCADAD}"/>
    <pc:docChg chg="sldOrd">
      <pc:chgData name="جمانة عبد الهادي حسن منصور" userId="S::j.mansur@uot.edu.ly::10ac19a2-d0c4-4302-9514-73bd20b3fc62" providerId="AD" clId="Web-{76F264D8-B9AB-45AE-B093-E6D26EFCADAD}" dt="2023-07-20T00:11:56.959" v="0"/>
      <pc:docMkLst>
        <pc:docMk/>
      </pc:docMkLst>
      <pc:sldChg chg="ord">
        <pc:chgData name="جمانة عبد الهادي حسن منصور" userId="S::j.mansur@uot.edu.ly::10ac19a2-d0c4-4302-9514-73bd20b3fc62" providerId="AD" clId="Web-{76F264D8-B9AB-45AE-B093-E6D26EFCADAD}" dt="2023-07-20T00:11:56.959" v="0"/>
        <pc:sldMkLst>
          <pc:docMk/>
          <pc:sldMk cId="0" sldId="26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latin typeface="Arial" charset="0"/>
                <a:ea typeface="ＭＳ Ｐゴシック" pitchFamily="32" charset="-128"/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latin typeface="Arial" charset="0"/>
                <a:ea typeface="ＭＳ Ｐゴシック" pitchFamily="32" charset="-128"/>
                <a:cs typeface="+mn-cs"/>
              </a:defRPr>
            </a:lvl1pPr>
          </a:lstStyle>
          <a:p>
            <a:pPr>
              <a:defRPr/>
            </a:pPr>
            <a:fld id="{B6DF8D7C-7962-454C-8A38-22032DFD7443}" type="datetimeFigureOut">
              <a:rPr lang="en-GB"/>
              <a:pPr>
                <a:defRPr/>
              </a:pPr>
              <a:t>19/07/2023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latin typeface="Arial" charset="0"/>
                <a:ea typeface="ＭＳ Ｐゴシック" pitchFamily="32" charset="-128"/>
                <a:cs typeface="+mn-cs"/>
              </a:defRPr>
            </a:lvl1pPr>
          </a:lstStyle>
          <a:p>
            <a:pPr>
              <a:defRPr/>
            </a:pPr>
            <a:r>
              <a:rPr lang="en-GB"/>
              <a:t>Y. Gdura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 sz="1200">
                <a:latin typeface="Arial" charset="0"/>
                <a:ea typeface="ＭＳ Ｐゴシック" pitchFamily="32" charset="-128"/>
                <a:cs typeface="+mn-cs"/>
              </a:defRPr>
            </a:lvl1pPr>
          </a:lstStyle>
          <a:p>
            <a:pPr>
              <a:defRPr/>
            </a:pPr>
            <a:fld id="{9653883E-0B86-4675-8EC1-31BE0822768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9" name="AutoShape 1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ＭＳ Ｐゴシック" pitchFamily="32" charset="-128"/>
              <a:cs typeface="+mn-cs"/>
            </a:endParaRPr>
          </a:p>
        </p:txBody>
      </p:sp>
      <p:sp>
        <p:nvSpPr>
          <p:cNvPr id="2050" name="AutoShape 2"/>
          <p:cNvSpPr>
            <a:spLocks noChangeArrowheads="1"/>
          </p:cNvSpPr>
          <p:nvPr/>
        </p:nvSpPr>
        <p:spPr bwMode="auto">
          <a:xfrm>
            <a:off x="0" y="0"/>
            <a:ext cx="6858000" cy="9144000"/>
          </a:xfrm>
          <a:prstGeom prst="roundRect">
            <a:avLst>
              <a:gd name="adj" fmla="val 23"/>
            </a:avLst>
          </a:prstGeom>
          <a:solidFill>
            <a:srgbClr val="FFFFFF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ＭＳ Ｐゴシック" pitchFamily="32" charset="-128"/>
              <a:cs typeface="+mn-cs"/>
            </a:endParaRPr>
          </a:p>
        </p:txBody>
      </p:sp>
      <p:sp>
        <p:nvSpPr>
          <p:cNvPr id="28676" name="Rectangle 3"/>
          <p:cNvSpPr>
            <a:spLocks noGrp="1" noRot="1" noChangeAspect="1" noChangeArrowheads="1"/>
          </p:cNvSpPr>
          <p:nvPr>
            <p:ph type="sldImg"/>
          </p:nvPr>
        </p:nvSpPr>
        <p:spPr bwMode="auto">
          <a:xfrm>
            <a:off x="0" y="695325"/>
            <a:ext cx="0" cy="92170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/>
          </p:nvPr>
        </p:nvSpPr>
        <p:spPr bwMode="auto">
          <a:xfrm>
            <a:off x="685800" y="4343400"/>
            <a:ext cx="5481638" cy="4110038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1pPr>
    <a:lvl2pPr marL="742950" indent="-28575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2pPr>
    <a:lvl3pPr marL="11430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3pPr>
    <a:lvl4pPr marL="16002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4pPr>
    <a:lvl5pPr marL="2057400" indent="-228600" algn="l" defTabSz="449263" rtl="0" eaLnBrk="0" fontAlgn="base" hangingPunct="0">
      <a:spcBef>
        <a:spcPct val="30000"/>
      </a:spcBef>
      <a:spcAft>
        <a:spcPct val="0"/>
      </a:spcAft>
      <a:buClr>
        <a:srgbClr val="000000"/>
      </a:buClr>
      <a:buSzPct val="100000"/>
      <a:buFont typeface="Times New Roman" pitchFamily="18" charset="0"/>
      <a:defRPr sz="1200" kern="1200">
        <a:solidFill>
          <a:srgbClr val="000000"/>
        </a:solidFill>
        <a:latin typeface="Times New Roman" pitchFamily="16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695325"/>
            <a:ext cx="1588" cy="1588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296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17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58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78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399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09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19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30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3225" cy="4111625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-6143625" y="695325"/>
            <a:ext cx="12288838" cy="9218613"/>
          </a:xfrm>
          <a:solidFill>
            <a:srgbClr val="FFFFFF"/>
          </a:solidFill>
          <a:ln>
            <a:solidFill>
              <a:srgbClr val="000000"/>
            </a:solidFill>
            <a:miter lim="800000"/>
          </a:ln>
        </p:spPr>
      </p:sp>
      <p:sp>
        <p:nvSpPr>
          <p:cNvPr id="4403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4813" cy="4114800"/>
          </a:xfrm>
          <a:noFill/>
          <a:ln/>
        </p:spPr>
        <p:txBody>
          <a:bodyPr wrap="none" anchor="ctr"/>
          <a:lstStyle/>
          <a:p>
            <a:endParaRPr lang="en-US"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B87416-2417-4825-B06B-AB759E45E28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E53893-D560-4ECD-B372-591AA308427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E5F33A-0EC8-402F-A7B3-71F70D11C23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2209800"/>
            <a:ext cx="4111625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025" y="2209800"/>
            <a:ext cx="4113213" cy="4521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D02AA1-C1E1-4B63-B9C9-0A3E18D5CA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BB263F-86BF-412F-B388-3818CC2E240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FD2896-5B66-4F47-85F3-54A2AFC9D1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D0745B-306E-4760-9DF4-8C1AE8D3CCFE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7CF148-AEF5-427E-ADA9-2B287DFCBAD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2DEC47-EB24-4C38-BFE5-3F13810D429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C4F5130-D8FA-4399-B9BD-5D5328F23E7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4325" y="1447800"/>
            <a:ext cx="2093913" cy="5283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1000" y="1447800"/>
            <a:ext cx="6130925" cy="5283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CE5E6-3632-468E-B588-E600C5D2458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 cstate="print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447800"/>
            <a:ext cx="8377238" cy="68103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title text format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2209800"/>
            <a:ext cx="8377238" cy="45212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the outline text format</a:t>
            </a:r>
          </a:p>
          <a:p>
            <a:pPr lvl="1"/>
            <a:r>
              <a:rPr lang="en-GB"/>
              <a:t>Second Outline Level</a:t>
            </a:r>
          </a:p>
          <a:p>
            <a:pPr lvl="2"/>
            <a:r>
              <a:rPr lang="en-GB"/>
              <a:t>Third Outline Level</a:t>
            </a:r>
          </a:p>
          <a:p>
            <a:pPr lvl="3"/>
            <a:r>
              <a:rPr lang="en-GB"/>
              <a:t>Fourth Outline Level</a:t>
            </a:r>
          </a:p>
          <a:p>
            <a:pPr lvl="4"/>
            <a:r>
              <a:rPr lang="en-GB"/>
              <a:t>Fifth Outline Level</a:t>
            </a:r>
          </a:p>
          <a:p>
            <a:pPr lvl="4"/>
            <a:r>
              <a:rPr lang="en-GB"/>
              <a:t>Sixth Outline Level</a:t>
            </a:r>
          </a:p>
          <a:p>
            <a:pPr lvl="4"/>
            <a:r>
              <a:rPr lang="en-GB"/>
              <a:t>Seventh Outline Level</a:t>
            </a:r>
          </a:p>
        </p:txBody>
      </p:sp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381000" y="6248400"/>
            <a:ext cx="19050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ＭＳ Ｐゴシック" pitchFamily="32" charset="-128"/>
              <a:cs typeface="+mn-cs"/>
            </a:endParaRPr>
          </a:p>
        </p:txBody>
      </p:sp>
      <p:sp>
        <p:nvSpPr>
          <p:cNvPr id="1028" name="Text Box 4"/>
          <p:cNvSpPr txBox="1">
            <a:spLocks noChangeArrowheads="1"/>
          </p:cNvSpPr>
          <p:nvPr/>
        </p:nvSpPr>
        <p:spPr bwMode="auto">
          <a:xfrm>
            <a:off x="2819400" y="6248400"/>
            <a:ext cx="3352800" cy="460375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ＭＳ Ｐゴシック" pitchFamily="32" charset="-128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6858000" y="6248400"/>
            <a:ext cx="1900238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lnSpc>
                <a:spcPct val="93000"/>
              </a:lnSpc>
              <a:buClrTx/>
              <a:buSzPct val="100000"/>
              <a:buFontTx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rgbClr val="FFFFFF"/>
                </a:solidFill>
                <a:latin typeface="Arial" charset="0"/>
                <a:ea typeface="ＭＳ Ｐゴシック" pitchFamily="32" charset="-128"/>
                <a:cs typeface="+mn-cs"/>
              </a:defRPr>
            </a:lvl1pPr>
          </a:lstStyle>
          <a:p>
            <a:pPr>
              <a:defRPr/>
            </a:pPr>
            <a:fld id="{A9BCA6FC-E976-4286-9BBF-F15F2F88AE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1030" name="Rectangle 6"/>
          <p:cNvSpPr>
            <a:spLocks noChangeArrowheads="1"/>
          </p:cNvSpPr>
          <p:nvPr/>
        </p:nvSpPr>
        <p:spPr bwMode="auto">
          <a:xfrm>
            <a:off x="0" y="0"/>
            <a:ext cx="9144000" cy="1381125"/>
          </a:xfrm>
          <a:prstGeom prst="rect">
            <a:avLst/>
          </a:prstGeom>
          <a:solidFill>
            <a:srgbClr val="00213B"/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>
              <a:latin typeface="Arial" charset="0"/>
              <a:ea typeface="ＭＳ Ｐゴシック" pitchFamily="32" charset="-128"/>
              <a:cs typeface="+mn-cs"/>
            </a:endParaRPr>
          </a:p>
        </p:txBody>
      </p:sp>
      <p:pic>
        <p:nvPicPr>
          <p:cNvPr id="1032" name="Picture 7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12750" y="374650"/>
            <a:ext cx="1968500" cy="6223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800" b="1">
          <a:solidFill>
            <a:srgbClr val="00213B"/>
          </a:solidFill>
          <a:latin typeface="+mj-lt"/>
          <a:ea typeface="+mj-ea"/>
          <a:cs typeface="+mj-cs"/>
        </a:defRPr>
      </a:lvl1pPr>
      <a:lvl2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2pPr>
      <a:lvl3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3pPr>
      <a:lvl4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4pPr>
      <a:lvl5pPr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5pPr>
      <a:lvl6pPr marL="25146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6pPr>
      <a:lvl7pPr marL="29718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7pPr>
      <a:lvl8pPr marL="34290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8pPr>
      <a:lvl9pPr marL="3886200" indent="-228600" algn="l" defTabSz="449263" rtl="0" eaLnBrk="0" fontAlgn="base" hangingPunct="0">
        <a:lnSpc>
          <a:spcPct val="93000"/>
        </a:lnSpc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2800" b="1">
          <a:solidFill>
            <a:srgbClr val="00213B"/>
          </a:solidFill>
          <a:latin typeface="Arial" charset="0"/>
          <a:ea typeface="DejaVu Sans" charset="0"/>
          <a:cs typeface="DejaVu Sans" charset="0"/>
        </a:defRPr>
      </a:lvl9pPr>
    </p:titleStyle>
    <p:bodyStyle>
      <a:lvl1pPr marL="342900" indent="-342900" algn="l" defTabSz="449263" rtl="0" eaLnBrk="0" fontAlgn="base" hangingPunct="0">
        <a:lnSpc>
          <a:spcPct val="93000"/>
        </a:lnSpc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400">
          <a:solidFill>
            <a:srgbClr val="00213B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lnSpc>
          <a:spcPct val="93000"/>
        </a:lnSpc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213B"/>
          </a:solidFill>
          <a:latin typeface="+mn-lt"/>
          <a:ea typeface="+mn-ea"/>
          <a:cs typeface="+mn-cs"/>
        </a:defRPr>
      </a:lvl2pPr>
      <a:lvl3pPr marL="1143000" indent="-228600" algn="l" defTabSz="449263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b="1">
          <a:solidFill>
            <a:srgbClr val="00213B"/>
          </a:solidFill>
          <a:latin typeface="+mn-lt"/>
          <a:ea typeface="+mn-ea"/>
          <a:cs typeface="+mn-cs"/>
        </a:defRPr>
      </a:lvl3pPr>
      <a:lvl4pPr marL="1600200" indent="-228600" algn="l" defTabSz="449263" rtl="0" eaLnBrk="0" fontAlgn="base" hangingPunct="0">
        <a:lnSpc>
          <a:spcPct val="93000"/>
        </a:lnSpc>
        <a:spcBef>
          <a:spcPts val="45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>
          <a:solidFill>
            <a:srgbClr val="00213B"/>
          </a:solidFill>
          <a:latin typeface="+mn-lt"/>
          <a:ea typeface="+mn-ea"/>
          <a:cs typeface="+mn-cs"/>
        </a:defRPr>
      </a:lvl4pPr>
      <a:lvl5pPr marL="2057400" indent="-228600" algn="l" defTabSz="449263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1600">
          <a:solidFill>
            <a:srgbClr val="00213B"/>
          </a:solidFill>
          <a:latin typeface="+mn-lt"/>
          <a:ea typeface="+mn-ea"/>
          <a:cs typeface="+mn-cs"/>
        </a:defRPr>
      </a:lvl5pPr>
      <a:lvl6pPr marL="2514600" indent="-228600" algn="l" defTabSz="449263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213B"/>
          </a:solidFill>
          <a:latin typeface="+mn-lt"/>
          <a:ea typeface="+mn-ea"/>
          <a:cs typeface="+mn-cs"/>
        </a:defRPr>
      </a:lvl6pPr>
      <a:lvl7pPr marL="2971800" indent="-228600" algn="l" defTabSz="449263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213B"/>
          </a:solidFill>
          <a:latin typeface="+mn-lt"/>
          <a:ea typeface="+mn-ea"/>
          <a:cs typeface="+mn-cs"/>
        </a:defRPr>
      </a:lvl7pPr>
      <a:lvl8pPr marL="3429000" indent="-228600" algn="l" defTabSz="449263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213B"/>
          </a:solidFill>
          <a:latin typeface="+mn-lt"/>
          <a:ea typeface="+mn-ea"/>
          <a:cs typeface="+mn-cs"/>
        </a:defRPr>
      </a:lvl8pPr>
      <a:lvl9pPr marL="3886200" indent="-228600" algn="l" defTabSz="449263" rtl="0" eaLnBrk="0" fontAlgn="base" hangingPunct="0">
        <a:lnSpc>
          <a:spcPct val="93000"/>
        </a:lnSpc>
        <a:spcBef>
          <a:spcPts val="400"/>
        </a:spcBef>
        <a:spcAft>
          <a:spcPct val="0"/>
        </a:spcAft>
        <a:buClr>
          <a:srgbClr val="000000"/>
        </a:buClr>
        <a:buSzPct val="100000"/>
        <a:buFont typeface="Times New Roman" pitchFamily="16" charset="0"/>
        <a:defRPr sz="1600">
          <a:solidFill>
            <a:srgbClr val="00213B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arvard_quick_guide_tcm44-47797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TemplateDessertionFrontCover.doc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9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hyperlink" Target="Tamplate%20of%20Dessertion.doc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taffs.ac.uk/support_depts/infoservices/learning_support/refzone/harvard/" TargetMode="External"/><Relationship Id="rId7" Type="http://schemas.openxmlformats.org/officeDocument/2006/relationships/hyperlink" Target="http://www.geekscribes.net/blog/2011/01/29/using-microsoft-word-to-write-your-dissertation-10-essential-tips/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://www.hcmiu.edu.vn/business/doc_viewer.aspx?fileName=/business/upload/file/Thesis-format-guidelines.pdf" TargetMode="External"/><Relationship Id="rId5" Type="http://schemas.openxmlformats.org/officeDocument/2006/relationships/image" Target="../media/image4.png"/><Relationship Id="rId4" Type="http://schemas.openxmlformats.org/officeDocument/2006/relationships/hyperlink" Target="http://honors.tamu.edu/downloads/SCHOLARSTHESISCHECKLIST_000.pdf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Text Box 1"/>
          <p:cNvSpPr txBox="1">
            <a:spLocks noChangeArrowheads="1"/>
          </p:cNvSpPr>
          <p:nvPr/>
        </p:nvSpPr>
        <p:spPr bwMode="auto">
          <a:xfrm>
            <a:off x="468313" y="1484313"/>
            <a:ext cx="8150225" cy="18129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GB" sz="2800" b="1" i="1" dirty="0">
              <a:solidFill>
                <a:srgbClr val="FF0000"/>
              </a:solidFill>
              <a:latin typeface="+mj-lt"/>
              <a:ea typeface="ＭＳ Ｐゴシック" pitchFamily="32" charset="-128"/>
              <a:cs typeface="Aharoni" pitchFamily="2" charset="-79"/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800" b="1" i="1" dirty="0">
                <a:solidFill>
                  <a:srgbClr val="FF0000"/>
                </a:solidFill>
                <a:latin typeface="+mj-lt"/>
                <a:ea typeface="ＭＳ Ｐゴシック" pitchFamily="32" charset="-128"/>
                <a:cs typeface="Aharoni" pitchFamily="2" charset="-79"/>
              </a:rPr>
              <a:t>How to Start Writing &amp; Organizing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800" b="1" i="1" dirty="0">
                <a:solidFill>
                  <a:srgbClr val="FF0000"/>
                </a:solidFill>
                <a:latin typeface="Arial" charset="0"/>
                <a:ea typeface="ＭＳ Ｐゴシック" pitchFamily="32" charset="-128"/>
                <a:cs typeface="Aharoni" pitchFamily="2" charset="-79"/>
              </a:rPr>
              <a:t>Your </a:t>
            </a:r>
            <a:r>
              <a:rPr lang="en-GB" sz="2800" b="1" i="1" dirty="0">
                <a:solidFill>
                  <a:srgbClr val="FF0000"/>
                </a:solidFill>
                <a:latin typeface="+mj-lt"/>
                <a:ea typeface="ＭＳ Ｐゴシック" pitchFamily="32" charset="-128"/>
                <a:cs typeface="Aharoni" pitchFamily="2" charset="-79"/>
              </a:rPr>
              <a:t>Dissertation</a:t>
            </a:r>
            <a:endParaRPr lang="ar-LY" sz="2800" b="1" i="1" dirty="0">
              <a:solidFill>
                <a:srgbClr val="FF0000"/>
              </a:solidFill>
              <a:latin typeface="+mj-lt"/>
              <a:ea typeface="ＭＳ Ｐゴシック" pitchFamily="32" charset="-128"/>
              <a:cs typeface="Aharoni" pitchFamily="2" charset="-79"/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endParaRPr lang="en-GB" sz="2800" b="1" i="1" dirty="0">
              <a:solidFill>
                <a:srgbClr val="FF0000"/>
              </a:solidFill>
              <a:latin typeface="Aharoni" pitchFamily="2" charset="-79"/>
              <a:ea typeface="ＭＳ Ｐゴシック" pitchFamily="32" charset="-128"/>
              <a:cs typeface="Aharoni" pitchFamily="2" charset="-79"/>
            </a:endParaRPr>
          </a:p>
          <a:p>
            <a:pPr algn="ctr" rtl="1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ar-LY" sz="2800" b="1" i="1" dirty="0">
                <a:solidFill>
                  <a:srgbClr val="FF0000"/>
                </a:solidFill>
                <a:latin typeface="Aharoni" pitchFamily="2" charset="-79"/>
                <a:ea typeface="ＭＳ Ｐゴシック" pitchFamily="32" charset="-128"/>
                <a:cs typeface="Aharoni" pitchFamily="2" charset="-79"/>
              </a:rPr>
              <a:t>كيف تبدأ كتابة رسالتك العلمية</a:t>
            </a:r>
            <a:r>
              <a:rPr lang="en-GB" sz="2800" b="1" i="1" dirty="0">
                <a:solidFill>
                  <a:srgbClr val="FF0000"/>
                </a:solidFill>
                <a:latin typeface="Aharoni" pitchFamily="2" charset="-79"/>
                <a:ea typeface="ＭＳ Ｐゴシック" pitchFamily="32" charset="-128"/>
                <a:cs typeface="Aharoni" pitchFamily="2" charset="-79"/>
              </a:rPr>
              <a:t> </a:t>
            </a:r>
            <a:r>
              <a:rPr lang="ar-LY" sz="2800" b="1" i="1" dirty="0">
                <a:solidFill>
                  <a:srgbClr val="FF0000"/>
                </a:solidFill>
                <a:latin typeface="Aharoni" pitchFamily="2" charset="-79"/>
                <a:ea typeface="ＭＳ Ｐゴシック" pitchFamily="32" charset="-128"/>
                <a:cs typeface="Aharoni" pitchFamily="2" charset="-79"/>
              </a:rPr>
              <a:t>وتُنظِمُها</a:t>
            </a:r>
            <a:r>
              <a:rPr lang="en-GB" sz="2800" b="1" i="1" dirty="0">
                <a:solidFill>
                  <a:srgbClr val="FF0000"/>
                </a:solidFill>
                <a:latin typeface="Aharoni" pitchFamily="2" charset="-79"/>
                <a:ea typeface="ＭＳ Ｐゴシック" pitchFamily="32" charset="-128"/>
                <a:cs typeface="Aharoni" pitchFamily="2" charset="-79"/>
              </a:rPr>
              <a:t>  </a:t>
            </a:r>
            <a:endParaRPr lang="en-US" sz="2800" b="1" i="1" dirty="0">
              <a:solidFill>
                <a:srgbClr val="FF0000"/>
              </a:solidFill>
              <a:latin typeface="Aharoni" pitchFamily="2" charset="-79"/>
              <a:ea typeface="ＭＳ Ｐゴシック" pitchFamily="32" charset="-128"/>
              <a:cs typeface="Aharoni" pitchFamily="2" charset="-79"/>
            </a:endParaRPr>
          </a:p>
        </p:txBody>
      </p:sp>
      <p:sp>
        <p:nvSpPr>
          <p:cNvPr id="2" name="Text Box 6"/>
          <p:cNvSpPr txBox="1">
            <a:spLocks noChangeArrowheads="1"/>
          </p:cNvSpPr>
          <p:nvPr/>
        </p:nvSpPr>
        <p:spPr bwMode="auto">
          <a:xfrm>
            <a:off x="2124075" y="3429000"/>
            <a:ext cx="4897438" cy="28797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800">
              <a:solidFill>
                <a:srgbClr val="00213B"/>
              </a:solidFill>
              <a:latin typeface="Times New Roman" pitchFamily="18" charset="0"/>
            </a:endParaRPr>
          </a:p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800">
                <a:solidFill>
                  <a:srgbClr val="00213B"/>
                </a:solidFill>
                <a:latin typeface="Times New Roman" pitchFamily="18" charset="0"/>
              </a:rPr>
              <a:t>By</a:t>
            </a:r>
          </a:p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800">
              <a:solidFill>
                <a:srgbClr val="00213B"/>
              </a:solidFill>
              <a:latin typeface="Times New Roman" pitchFamily="18" charset="0"/>
            </a:endParaRPr>
          </a:p>
          <a:p>
            <a:pPr algn="ctr">
              <a:lnSpc>
                <a:spcPct val="93000"/>
              </a:lnSpc>
              <a:spcBef>
                <a:spcPts val="600"/>
              </a:spcBef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b="1">
                <a:solidFill>
                  <a:srgbClr val="00213B"/>
                </a:solidFill>
                <a:latin typeface="Times New Roman" pitchFamily="18" charset="0"/>
              </a:rPr>
              <a:t>Dr. </a:t>
            </a:r>
            <a:r>
              <a:rPr lang="ar-LY" b="1">
                <a:solidFill>
                  <a:srgbClr val="00213B"/>
                </a:solidFill>
                <a:latin typeface="Times New Roman" pitchFamily="18" charset="0"/>
              </a:rPr>
              <a:t> </a:t>
            </a:r>
            <a:r>
              <a:rPr lang="en-GB" b="1">
                <a:solidFill>
                  <a:srgbClr val="00213B"/>
                </a:solidFill>
                <a:latin typeface="Times New Roman" pitchFamily="18" charset="0"/>
              </a:rPr>
              <a:t>Youssef Omran Gdura</a:t>
            </a:r>
          </a:p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>
              <a:solidFill>
                <a:srgbClr val="00213B"/>
              </a:solidFill>
              <a:latin typeface="Times New Roman" pitchFamily="18" charset="0"/>
            </a:endParaRPr>
          </a:p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>
              <a:solidFill>
                <a:srgbClr val="00213B"/>
              </a:solidFill>
              <a:latin typeface="Times New Roman" pitchFamily="18" charset="0"/>
            </a:endParaRPr>
          </a:p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>
                <a:solidFill>
                  <a:srgbClr val="00213B"/>
                </a:solidFill>
                <a:latin typeface="Times New Roman" pitchFamily="18" charset="0"/>
              </a:rPr>
              <a:t>Fall 2013</a:t>
            </a:r>
          </a:p>
          <a:p>
            <a:pPr algn="ctr">
              <a:lnSpc>
                <a:spcPct val="93000"/>
              </a:lnSpc>
              <a:spcBef>
                <a:spcPts val="600"/>
              </a:spcBef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>
              <a:solidFill>
                <a:srgbClr val="00213B"/>
              </a:solidFill>
              <a:latin typeface="Times New Roman" pitchFamily="18" charset="0"/>
            </a:endParaRPr>
          </a:p>
        </p:txBody>
      </p:sp>
      <p:grpSp>
        <p:nvGrpSpPr>
          <p:cNvPr id="13316" name="Group 16"/>
          <p:cNvGrpSpPr>
            <a:grpSpLocks/>
          </p:cNvGrpSpPr>
          <p:nvPr/>
        </p:nvGrpSpPr>
        <p:grpSpPr bwMode="auto">
          <a:xfrm>
            <a:off x="0" y="0"/>
            <a:ext cx="9180513" cy="1412875"/>
            <a:chOff x="0" y="0"/>
            <a:chExt cx="9180512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3999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13326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  <p:pic>
          <p:nvPicPr>
            <p:cNvPr id="13327" name="Picture 1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6431835" y="274350"/>
              <a:ext cx="720079" cy="88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3328" name="Text Box 5"/>
            <p:cNvSpPr txBox="1">
              <a:spLocks noChangeArrowheads="1"/>
            </p:cNvSpPr>
            <p:nvPr/>
          </p:nvSpPr>
          <p:spPr bwMode="auto">
            <a:xfrm>
              <a:off x="7159500" y="182116"/>
              <a:ext cx="2021012" cy="1210782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Computer Engineering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Department</a:t>
              </a:r>
            </a:p>
          </p:txBody>
        </p:sp>
      </p:grpSp>
      <p:sp>
        <p:nvSpPr>
          <p:cNvPr id="13317" name="AutoShape 11" descr="data:image/jpeg;base64,/9j/4AAQSkZJRgABAQAAAQABAAD/2wCEAAkGBxQSEhQUEhQWFhUVFhcXFxgWGBgXGxoYFxgWFxgXGBQYHCggIR0lHxgYITEiJykrLi4uFx8zODMtNygvLisBCgoKDg0OGxAQGywkICQsLCw0NCwvNCwsLCwsLCwsNCwsLCwsLCwsLCwsLCwsLCwsLCwtLCwsLCwsLCwsLCwsLP/AABEIAN8A4gMBEQACEQEDEQH/xAAcAAABBQEBAQAAAAAAAAAAAAAAAgMEBQYBBwj/xABHEAACAAMFBAUJBQYFAwUAAAABAgADEQQFEiExBkFRYRMicYHRBxQyUpGSobHBI0JTcvAVM2KCsuE0VHOTokNj8RY1g7PS/8QAGgEAAQUBAAAAAAAAAAAAAAAAAAECAwQFBv/EADgRAAIBAwEECAUEAgIDAQEAAAABAgMEESEFEjFRQWFxgZGhsdETIjLB8BQzUuFC8RVyI0Nikgb/2gAMAwEAAhEDEQA/APcYACAAgAIACAAgAIACAAgAiWy8El5MTWlaAZ0+UUrm/o273ZvXjhfmPMmpW86mq4FbOv4/cQDmxr8B4xk1duSf7cMdvsvctxsV/k/AhzL0mn71OwAf3ijPal1P/LHYl/vzJ42tJdBHa0OdXY/zGKruK0uM5eLJVTguCXgNkxG5N8WO0AQibXAUWs5hozDsJESKvVXCTXexrhF8Uh+XeU0aOe+h+cWIbRuocJvv19SOVvSf+JLk3649JQeyo8YvU9t1V9cU+zT3IJWMX9LwXVjtAmIGAIBrryyjetrhV6aqJNJ8/AoVabpy3WPRYIwgAIACAAgAIACAAgAIACAAgAIACAAgAIACAAgAIACACn2hkVVXG40PYdPj84wtt0cwjVXRo+x/36l6ynhuJRRzeTSCkJkQ7SAApAAQAFIACkAAFrkNYVJt4XEM4NhZ5WBVUbgBHeUaSpU4wXQsGFOW9Jy5jkSjQgAIACAAgAIACAAgAIACAAgAIACAAgAIAE4xWlRWlab6caQ3ejvbudRcPGRUOEETZgUEsaAb4ZUqRpxcpvCQsYuTwiNZ7ylu2FTmdMiPnFShtK3rTUIPV9TXqTTt6kI7zQ/apONGXiKeBixcUVWpSpvpRHTnuSUjIlaZGODaaeHxNvIUhAO0hACkABSDIBSAApABMuiTimrwXrezT40jR2VR+Lcx5LXw4eeCC5nu0316GmjszII9rtiy6YjrplXSKtzeUrfHxHxJadKVT6RVmtSzBVDWmu4juMOt7qlcLNN5/OQlSlKm8SQ9FgjEs4FKkCpoK8eENlKMcZeM6CpN8BUOECAAgAIACAAgAIACAAgAIAK29L0Evqrm/wAF7efKMraG0o0PkhrL07evq8eu3b2zqfNLh6lDKtLK+OtWrWp38jyjmoXNSFX4qfzevb1fiNKVOLjuY0NVZLSJihh3jgd4js7a4hcU1Uj/AKfIxqlN05brIN/yWKAg5Kcx9e76xmbbpTlSU4vSPFffu++SxZzipNPpKKU5UgjUGo7o5mFSVOSnHitTRklJYZrbPNDqGGhFf7R3dCtGtTVSPBr88DEnFwk4sz98SMMwnc3W8fjn3xye16HwrltcJa+/nr3mnaz3qfZoQoyywEABBkDsGQOQAEAF5cEmis3E0HYP7n4R0+wqOKcqr6XjuX9+hn3k8yUS1jeKRl7ztHSTCRoMh2Df3xxW0bn49dyXBaLsXT3vywbFvT3IJdI/cUli+IGgUZ867vr3Ra2LSnKtvp4S49eej7+HMjvJxUN18WaBmoKnQR1TaisvgZiWdEZa9Lb0rfwj0R9THHX967mplfSuHv3+S7zYt6Pw49ZMuu9qUWYctzHd28ucX9n7V3cU6706Hy7ffx5kFxa5+aHh7F9HRmaEABAAQAEABAAQAEAFZe95dGMKemf+I8YyNpbQ+Avh0/qfl/fLxfXctrff+aXD1M5HLNmodhAJl2Wwym/hPpD69oi7YXrtqmX9L4+/avPwK9eiqkes0+TDiCO4gx2XyzjzT80zI1izMW+y9G5G7VeyOIvrV21Zw6OK7P64efSbFGr8SOSwuG0aoe0fUfX2xrbDutXQfavuvv4lW8p8JokX5IxIG3qfgcj9PZFrbdDfoKouMX5PR/Z9xFaTxPHMoaRyRpBSEACaawqTk8JZDICCScXhrDDIUhACkAGpskrAirwGfbv+Md/aUfg0Y0+S8+nzMapPfm5DF7WjBLNNWyH1MVdq3XwKDxxlovu/DzwS21PfnrwRnUlkkADM5COPpwlOShFavQ1HJJZZqLHZxLQKO88TvMdzaW0bekqcf9vmY9Wo5y3mVV926v2a6D0jxPCMPa9/vP4EHouPby7unr05l20o4+eXcU8YReOQopa3PeWGiOeruPDkeXy+W3szaPw2qVR/L0Pl1dnp2cKVzbb3zx4+poI6YzAgAIACAAgAIAId6W4Sl/iPoj6nkIo394ranlfU+Hv2Int6PxZdRlmYkkk1JzJjj5Scm5SeWzZSSWEEMA6IQQ6IQQt7lttD0baH0eR4RubHv9x/AqPR8Op8u/o69OlFK6o5+dd5Y3nZOkTL0hmPDvjX2lZ/qaOF9S1Xt3+zKtCr8OXUZ6S5Vgw1B/QjjaVWVGoqkeKf4vszUlFSi0+k1AImJyYfAiO7ThcUecZLyaMfWEutGXmSypIOoNPZHA1ISpzcJcU8eBrqW8so5SGZFG13cTn2Dh8RG/KSsLeO4lvPjnx8uCKqXxJPPAOft50yiW4pxu7ZVEvmxlewkW4TwOUjmy2Sbuk4pijcDU92fhF7ZtH411CPQtX3a+uERV57tNs0kd0ZJnL1n45h4LkPqf1wjitq3Xx7h44R0X3fj5JGrb09yHaTLkslPtDvyXs3mNTYlnhfqJdOi7Ol9/R1dpXu6v8Agu8fva24Fwr6R+A4xb2rf/p4bkH878lz9v6I7ajvvL4IzpjkTVOEQoHDCiiTCil9cdvr9mxzHoniOHdHSbJvt5fBqPXo61y7V6dhnXdDHzx7y4jdKAQAEABAAmZMCgk5ACphs5xhFylwQsYuTwjI2y0mY5Y9w4DcI4q6uZXFRzfd1L88zcpU1TjuoZEVR4oQgh0QggqEEOw0DQ3VbcYwt6Q+I4x1+yr/APUQ+HN/OvNc/f8Asy7mjuPK4Mr76lKrggir1OGorlqQNafrfGVtqz+HU+NHhLj2/wB+vaWbWblHD6Ci2i2qnWGQplylerEYmJohIqKoBmCa7x8Yl2PfOMHR5ar7rx17y5Q2fTuqvzSxp0dPf/TIOyW0T21ZjTcPSK4rhFBhYdU07mHdFDa0H8b4n8vVaexYu7SNs4xhwx0l9SMspjajhuqO79AR0zo/rbWDbw+fXwZU3vhzYEZU4/Mxanu21s+UV+eLGrMpDtI48umN252hnWaZKSzzDLbCXYrTME0UEGoIyY07I3Njxcd6quz7v7GnY2lOtCTqRyuBK2M25tlomGVMEt1CEtMw4GXcD1eqSSRlQb+Eal5tCdGi+b0Xv3EN9sq2pR345WvDivf1NMjywyLMdUDNhBZgtTrhFd5pHN2Nt+orKnwXT2e74FKW9utxTeORprTPEpK8MgPkI7O6uadpR3n0aJc+S/OgyacHUlgzM6YWJY5kxxFWrOrNzm8tmvGKisIbhg45CinDCiiTCgCsQQRkRmDzh8ZOLTTw0K0msM1d3WvpUB36MOcdpZXSuKSn08H2/mpi16Xw54JUWyEIACABq1WcTFKtWh4GkQ16EK9N058GPp1HCW8jP2y53TNesvLUdo8I5q62TVpfND5l5+HT3eBp0ruE9HoyvjJLQoQ0Q6IQQ7CCChDRBaMRmpIPEajsh9OrKlNTg8NCNJrDPJr484sds6SY7PMDYlmOSekTShJ5VUjd7I6KFWF5Seenj1P81R0VBUq9DdisLhhdD/NT0Vujt1kND1JyZcVbnzVh8I5/MrWtrxi/H/aMT57atrxT8f8AaPO9jb1WzW8SXYBnLSXAzo4PVrTL0hTP1o3r2g69t8SKzj5l2f6L20Lu2nT3VNb3R09z5d56x0g417M45+na1qjxGD8NPExnNLpELHW21H4NKNPkU5S3nk6dR+t0VtpUalWhu09XlPtQ+lJKWorpB+qxzn6S4/hLwZZ348zybaRZ9otc5hZrTTEVU9BNoVTqghsNKGmL+aOmtbaVKhFdWX2v8wbVjtC2jTVNyw+tdPbwNvsNdHm9nxOKTJpxNXIhRkqmumVT2sYwto1/iVt1cI6d/T7Fa/uFVqYi8pfmTIbWWmba7RRJcwy1OCWMDAGpzapFOsaa7gI1rO3+BS+bi9X7dxoWfwaFLLmsvV6rw7jf7P2IyJEuU0wzCoqasWAJpVUBOSigAA7d8ZF7Wq1pZkmorRZ/OLMevVjVqucUln816ywimRiTCgchRThhRRJhwpJsl3vM0FB6x07uMXrWxrXGsVhc3w7ufd4kVWvCnx4l/d9gWUDQkk6ns5R01lYwtU8Ntvj/AK/O0zK1eVV6kyLxAEABAAQAEAEO2XckzMijcR9eMULrZ1G41axLmvvzJ6VxOnw4FJa7ueXmRVeI+o3RzV3s2tb6tZjzX3XR6dZoU7iFTTgyKIziY6IQQUIQBLjMd8amx/3pf9fuivX+kDKXgPYI6Mq5OiWOA9kAChAAQAEABAAQAEAFVeVpYzpNnUGkwvNmNuEqVhxLXizui09Vm5Rn/wDHp3Trvhp/+v6xntJPitR3UWtY0CISdR3xlbY/YX/ZejJ6H1Co5wtnDCiiTCijlnsrTDRRXnuHaYtW1rVuHims9fQu/wDGMnVjBZky6sdzqub9Y/D2b++OktNj0qXzVPmfl4dPf4IoVbuUtI6LzLKNgqBAAQAEABAAQAFYACAAgAzu1s+RZZLT5hw7lC0q7HRQvHXPtJ0jGvtl0Jpzj8r6uD7vuu80bH41aoqcdfsuZQ3Nfkm0isp+tTNGyYdq/UVEcxXtqlF/Mu/oNKtb1KT+Zd/QWYiuVxLajvjV2P8AvS/6/dEFf6RUdGVQgAIAGunXHgr1qFqchhB/qHtgAcgA47ACpNBzgAQtoUoHB6rAEHk1KHPtgA7InK4xKaipFeakqfiDAAuADsACd474ytsfsL/svRk1D6hZjmy2RrdbZclS81wijed/IDUnkIkp05VHuwWWPp05Te7FZZH2Q2hstsnPK6wZc0DUAmKNSKGtR6utM+NN+x2TTbzWeXyXDv5+naF/b17emp6Y6er85/0bxFAFAKAbhHSQhGCUYrCXIwm23lnYcIEABAAQAEABABGvKcUlMy6ilO8gV+MVL+tKjbynHj7vGe4moQU6iizLypzKaqxB30OvbxjjYVqlOW9CTT7ePbz7zXlCMlhosbPfTj0gG+B8PhGnR23WhpUSl5P28kVZ2cH9OhYyr2lkZkryI+VI16O17apxe6+vTz4eZVla1Fw1PC9t9onttpZmDKkuqypbZFVrmzLuZqAnuG6EqVfiPeXDoOx2dZxtqOFq3q3+dCM5PtnQjHUgj0cJoa7qEQkafxHuk13c07ek51OHLm+Rc7NeVSbLOG2L0qeulBMXtGjjTgeZirdbChNZovD5Pg/bz7jjFeNybktOroPULqviRalEyzzFmLvpqp4MpzU8iIo7Ot6tC5lGpHD3fuuHMkqTjKOUWEbpARLylzWllZLBHOjMKgd3636QAhiWLRjxkIFzUpiJBAJKslFNGoc+NBkIBdBNisk0TRMmYScLqcOuZl4TSlASEzFaAnImABFps9ommhKCSWIZSOsUKBSuh+9ibccx6vWA0HZlkmhVQTMYr1zMoDhyIoyjMgimeoJqa6gDDXfPwSVV0wpLRGQ1FWQocQYLX7lKZZFq1rkBlCxZJyyDLlMqPichz1lo0xnAprWhAOXHPQwBpkVNS1GYrBpYSoqgqTTEtTiIG7F7RwoQNC0gEGbTaEljHMZURQSzMQoA4knKMva0JToxjFZbkuHYyWi0nlnne1HlVRKpYVExtOlcEIPyJkW7TQdsR2ewpS+a4eOpce99Hn3CVLpLSBjZN+PajinOWmjWvD+EaAchGpK1jQWILCOj2Re061P4eEpLj19fvyJVntLSnWZLYq6EMrDUEaGGptPKNWcIzi4yWUz3/Z3aVZ9mSbMVpcwijoVYdYala/dOoPOmoMTT2nb045lLXktfT7nEXNjKnWcIarofV7jtovs/cWnNvAeMZVbbsnpSjjrfsvcWFkv8n4FZaLW7+kxPLQewZRk1rutW/ck31dHgtC3ClCH0ouNn55Ksp0WlOw1y+HxjoNiV5Tpypy4Rxjvzp3YKN7BKSkukto2ykEABAAidKDqVYVB1iOrSjVg4T4MdGTi8orZtxIfRZh25jx+MZFXYdKX0Sa817+ZbjezXFZIky5XGhVvgf13xQqbErx+hp+T/ADvJo3kHx0Ki0WqXLmGU8xFmChKF1xZ5jKsZlW1rUnicWvP0yi3CLnDfim1zwctl3ypwpNlq43YgDTsOo7ohhVnTeYNodCpOm8xeDGbQ+TCTP60ma8pgMlb7RPYaMO2p0jVtdtVKWk4qXk/byILzfuWnOXDwMFe/k9t1nqei6ZR96Scf/Cgf2AxuUNr2tXTe3X/9aefDzM2dvOPRktvI3KIt02oIIs7qaihB6STkQd+Ryi3WeYrBHTa3sdJ7LFYnCADgMAHYAGLTaMJQAVZ2wqO4sxPIAE+wb4AKtdoFlm0i1ASfNzixE1DyXJEp13liQVKipxDnSFwGC4lTAyhhoQCOwisIAuAAgAIAMD5Z0rYpWWlpQnkOjnCvxETUPqIqskks8zzW59kbZaqGVIfCfvv9mlOIZqVH5aw2vtC2ofXNZ5LV+X3wJClOXBG5uLyTYGV7TaDUZ4JIoOwzHFSN3oiMW529vJxpQ75ey9y9b0ZUpqonquRvbuuKzyP3UpQfWPWb3mqYxalzVq/XL28DQqXNWp9UvYdtl4ypX7yaifmYA+wmG06U5/SmxsKU5/Smy4l3RMOtF7T4VjTpbGupfUlHtftn1KcrumuGpKl3EPvOT2CnzrGhT2FFfuTb7Fj1yQyvn/iixslkWWCFGutTWNa2tKVumqa4lWpVlUeZD8WSMIAM5MvmYGamEgMaVG6uWhjmKm1riFSSWMZfFdfU0aqs6bis54DiX829AewkeMPjtyovqgn349xjsY9DJCX8u9GHYQfnSJ47dp/5Qfdh+xG7GXQx79tS6E9atNKa8uEWI7ZtXxbXd7ZI/wBHU6jwy+rnts6dMnTZDlpjFjho9K6AYScgKAdkVf11GbzvL0Oxt61vTpxpxksJY5FBelrtlkUCV5xKzqSBMUADiKUzPHnFmjTt67+fdfgZ22rqKpqNPDb6VrhLr6/TJ27vKfbpeTPLnD/uIK9lZZX41hauxLWfBOPY/fJzsbqouOprLn8q4mMFnWVgTvlOGHMlWC0HeYza3/8APyWtOa71j0z6Dp7QjTi5TWhsbqvyz2mZ9kftApJqhDBarXrUpSuHKvCDZ9ncW9R/E+nHPTOV0f0RxvLe4/b+rs1wXEa5IVW1TEWK1FWKstnmsCpoQQjEEEdkLHigRNu8UlSwPUT+kQjAat8wsk5JU5ZcxV9MgP0ZIqGZSaaCufbCoCJebFJ1lmk1SrynOgBnhOjf30VP/lgQFXtsmJLQR9ywWgOP9RpZlV/2ptO+FiKjS2H91L/In9IhrEFTrQiFQzAF2wqCaFmpWijeaAnugAo52L9qy+sxU2OacNeqCJsoYgOJqK9gh3+IvQW0m3B5mBFZgK4pg9AMDTAGPpNWvo1AwkEg5QmBBu97bJkqrz6YQ3VqpbrYWpQAGhpizihtCjWrUlClxzzxph/0NlWpUfnq8OzOpk788p8qTlLkTJhOhYrLX29Y/CKFHYFWX1zS7NX9l5hT2nSq53MvHcY+8/KvbHqJayZI3UBdh3ucP/GNOlsG3jrJuXkvLXzFldzfDQrru2ht1qmUeZPmq2XUDYQfyywF5acInq2lrRjmKimufHz1NHZF1ivu1NU+l9DXpy8C4k7O2lvRs8zvXB/VSKcruiuM16+h08rqiuM16+h7RshejpY5SWoFZqDAdGqq5I1QSK4aVzrUGLENsW0YpOTb7Gcle2ylXlKj9L19/MtHvxNyse2g+sRS27R/xjLy9yBWU+loYe/juQd5r9Iglt2X+NPz/okViumRHe/Jh0wjuP1MQS2zcvhuru/skVlT6y1s9vqik6lRXtpnG1QvN6lFy44We3BTnQxJpczLk1JjkZPLbNjoOiGiChDRDohBBQhogoGGiDNosUuZ+8lo/wCZVb5iHRqTh9La7GNcU+KK/wD9KWLMiyyVJy6iBP6KRYW0bpf+x97z6lera0aixKKHLvuCRZ5mOShUlSp6zMKEqfvE8BGps6+r16jhUeVjPBLpXIq/oaFB71NYfDi/uTLbaCiOyoZjKtQikYm4AVNOPsjZHGSt1ktJm3lKUNNS0WXEgLLWXNdWlLKzNB95taAAbzm9NaC6Eu8LfbTJMuRY5yN0RUTDMs1VYKAhC9KRQ51NctwMJhcwWDMG5bc3nGOyzKWqzos2k2R/iJYGCYPtRVSVqQfXYZ0FXacx2Ua+wm0fs7DPs5mTxLMsyi8v7SnVDGZiwgEUJNajOm6G6ZG6ZK+XJtUy7rZLnyHWe0uYAxaW5nVQhf3bHrAALSgGhGpAXTKDTJobqvCW0lSGACouLFVcJCiobFShG8boa0IYnam57bNtJnyJZm4XlPZ3DqmBUHWlmW7Cqs1GxDXDwIo5NYHJouJ0y0va0nmwzwos0ySwEyzYsTujVU9NoApzyOmUGmMZE6CPscbZZJJkTbHOdEY9EyzLPiwEk4WBnADPPI76boHh9ISxxNTed2S7SqpOUlQ2KlSMwCNR2mM3aNzUt6SlTeuceTGu3p1/lqLK4kQbI2KlDZ0Ya9er5/zkxhS2ndy/zfdp6EtKxt6WsI/f1Jtluizyv3UiSn5JaL8hEE7irP65t9rZbUIrgiXEQ4SYcOOGHAJMKOEmHIU4YUB9J9AByi7C4aikRunlkekVGsPBKdENEOiGsQUIQQUIaIKEIIdENEFCEEEvqO+NXY370v8Ar90QV/pIt4XdLnABwaj0WRmlutaVwzEIYVoKitDSOlTwVhdisaSVwSxQampLEk6szMSWPMkmEyAi9retnkzJzhistSxCipIHAfXQamFSyCHrNNxojUpiVWprSoBpXvhAEW2zdIuHG6dZWqhAPVYNQ4gQVNKEUzEAD4gAan2VHILojFTVSyhiDxBIyMAFPb9qEl+edRz5osstlTE0zEQFruFBVtMzwzXAuC9hBDsAHBqO+MnbP7C/7L0ZLR+oWY5stiTCoU4YchRJhUKcMOFEmFFEmHCiTCijglRYVFtZGuRy0LR2HBmHsJhtdYqyXJv1CDzFPqQkRCKdENYChCDRQhBDohoChCCCLRaUljFMdUHFiFHtMLCnOo8QTb6iOpUhBZm0l1kCxX7InzejlPjZVLEgGlAVGp11GkbuzLKtRm51FhNY6+KKDvaNaXw6by1qWcbIpXX7ey2WWHYYmd1ly0BALzH9FcRyG8knQAwqWQSM6L8Nrum2O4CzUl2lJiCvVIViBQ5+iV76wq4oXGGO35tJMssqzJJkmbMmS1apyQJLQNMGL1sIOW7XPQmASJN5bViXY5VrEp8ExpYYOKGWjE1cgajLKmuJeMIlqGNcGkVgRUGoOYI3jjCCGTvLbEJapcpV+xE/oJ007phU0RRuoSCWOXVYDSsOwLgrtoR/71/pWX/62gXQKugudrdqvNSUlyzNdVE2bTSXJLhC1NSSTQAaamg1RIRLJopUwMoZTVWAII3gioPshBCLel5y7OFeaSFLYagE0JBOYGdMjFHaFtUuKW7T45z5P3Gu5p2/zVHhcByxXnKnfupiPyBFe9dRHM1berS/ci1+c+Bco3FKr9EkySYjJzhhRRJhyFEmFQokwopww4USYUUvrLYaoh4qp9oEdPbWu9RhLml6GbUrYm11sq72TDOcc6+0A/WMbaMNy5muvPisly2lmlEiiKJMKEIIdENEId53zIsylp81EAFSCat3IKse4RLSt6tZ4hFv858Aaag540XSYy9PKxZ0qLPKmTTxb7JPjVv+IjVo7Cqy1qSUfN+3mUZ3kV9KyZxPKHbbRMw4klJQ9WUtDyq7En2UjThse2prLTk+v2X9mZf3tZUm4vHYdkSZ1oeih5rntY95Og5mLMp0qEMvEV4HOxhWuZ4WZPxN5shs1MszmZNYYmQrgGdKlTUtpXq6D2xRo7QhcVHTgtEs5/rvN6y2bO2/8k3q9MefHuNZFs0CuvK61tKvLtAVpJpRBUEmnpM2oINaAdtTWgXOAzgrZexNkUOFE0CZlMAtE8B9fTAfranXiYXeYuWOT9kLM6hJnTOg0R7RPZRQUBCmZSo3cIN5iZGL32ZRpeFVnzgzKGR7ZPC4a1LEM5BoQMvlSDeBMnXdJny5EmWkqUuFFUh5rt0dB6Iopx4dPTWtNRCPAEe8djbJPZnnSyzvTGwd0xEAgEqjAVAJGmkLvMVSaH5ezMgLNX7U9Ng6QmdNZj0fofaFsQpyMJkTJEvDYqzTgcTT8ZBXpOnmO4UggpimFhhNTVSKZmF3hU8F1dlhWRKlyUrhlqFGI1NBxP6ENEIO1F0G1ShLVgpDYwSKgkKwoaaelrnpFe5u1bRU2srOPX2K9zaO6huJ4fH88Tza9LmnWY/aIQK5OM1PCjDfy1ie3u6Nwvkeerp8DnK9nXtn8671w8SNaNsrZZgnRzcQqarMHSAimlT1h3EQ2ezLarxjjs0/ryNPZl5Xbacspc9S4uryuDIWqzkcWkmo/wBt6Ee8Yzq2wHxpT7n7r2RuQvP5I2dz7WWS1fuZy10wvVGrwo9K91Yya9jXo/XHw19C9SfxYuUE2lx6i6MVRwkw4USYUU4Ydr0Cm0lJhUDgAPZHeU4bkVFdCwYEnvNsodo5VHVvWFO8H+/wjndtU8VYz5rHh/s0rGWYOPIiWe7pr6KQOLZfOKNLZ9xV4Rx26f35E87inHiyxkXD679y+J8I06Ww+mrPw937FSd9/FeJ5T5R7ZPk22bJWa6ygEZFU4cmQVqRQnrYtTEsrKjRniMfHX1Oi2XGnVt1UaTlrnx9sGGtqYpbjeVPt1iem8SRcvafxLecF/F+hQXVdk60vgkS2mNvCjIc2Y5KOZIi/WrU6Md6o0l+eJwcISnpFHp2yvkw6NlmWuZUj/pS9Mx96Ycz2ADtMYF3tzPy0F3v7L38Cz/x8akcVeHI3NptdnsMvPDLXcqjrMeQ1J5nvMY8KVxeT6W+b4L27CWpVt7OnriK5Liyq2d2ke12plwhZaymIXUk4kFWbsJyHHfHQWmz4Wy3s5k/zQyqG0pXVZxxiKXfxXE1UXC+EABAA2k5SSAc1ND20B+ogAbNrXpRKzxYS/ICtBnzz04HlUATNtqrMWWa4mOVKbhUk8Nw515GgGB9JgOIA+iaHkaBqewg98AC4ACAAgAotrr0ezSpcyXSvShSCKgqUckfAacIirW0LiG5Pt7ypeXU7aCnDnjuwzty7RyLWMBorkUMt6GvHCTkw+PKOcutn1rZ7y1XNffl+alu02jRulu8Hyf25lJtV5O5NpFZLdA4qQKYpZrTVdRpuOXAxatNs1aWlRby8/Hp7/Ef/wAdSi3KmsN+B5RtDsxarGft5ZCbpi9aWf5xp2NQx0dte0bj9uWvJ6Pw9slapRnDihy4E+zJ4t8gP7wy5fz4Op2DDdt5S5y9Ev7NFdl52iWyrImupYhVWtVqTQdRqjfwijO3p1PqivzrNSrSpSTlNdZ79PuJT6LEduYgq7DpvWnJrt1Xv5nFwvZL6lkrp90zV3Yh/Dn8NYzKuyrmnwW8ur20fqW4XVOXTjtGrBIJnIpBGdSDlkM9O6IrOi5XMISWNc+Gv2H1ppUnJGtjtDEOUhMAdhQCADynyt3FNm2qRMkozl5RQ00BltUFmOQr0m87ozr6cKbUpPB0uxLmEKM4zeMPPj/orbn2EUUa0vi/gSoH8z6nup2mMKttJ8Ka737F2ttF8Ka737f7NbZLLKs8vDLVJUtQTQAKo4k/UmM2c51ZZk22+9mSlGK00Rgdq/KeqVl2EB2zBnMOoPyL97tOX5o2rPYspfNX0XLp7+Xr2FOrdpaQM01uaf8AaOxYuK1Jqezu4RuQpxprdisJHFXLqOrL4jyzVeTj/Ev/AKLf1y4SfAu7I/efZ90ejxEdEEAEK32NphQrMZMDYhTRjwcbxu7zvoQAmMLdszUzmDGhYrWjHAENRUDOgNQAa6UgFyFiujoyp6RmKp0dWqThqxHWJJrU66UAygBsRZLlwFD0rMZeQLipIPrNWpNN/wA4AyOiwzDNmOZhAbCAtWIGEEZUwkVqTqdeQoBkGu2YQAbQ+WGhAoaqa16pFa6ENUHhAGSygECADKeUf/DJ/rL/AETIfDiZe1v2F2r0Z5zXhEpzyeNUWlxeU15Uwy7SDNkg0Dj94oGVT6437jzOkZV3sWFRb1HR8uh+3p2HY2VzONOKq66d56bd94SbTKDyXWZLYUyz7VZTmDxBFY5ypSqUZ7s1ho1YyjNZRQXpsNZ3FZA6BuCjqZ/9vd/LTsMXaW0asfr+bt4+PuX7W7dCO5j5fAptndk56XhZlmJ1BND416yES6zKE7q4aZgaxsWlxTrTSi9eXSWru9pu1m4vXGMdOun3PdY2ziwgA5SEwB2FAIACACBfNpaWgKZEtStK0yJ+kZu1LmpQoqVPi3jyfsWbWnGpPEuRmnmFjViSeJzjk5zlOW9J5fWayiorCKi+9oZNlFHOJ6ZS19LtPAcz3ViShazrPThzLFG2nV4cOZ5Nt3f1otQBZismtOiX0a6qW9Y8zlpQCOl2dbUqLeF83Pp/or7Ys3ShGcW2uD7eh/bwMgDGqYBd3DatZZ7V+o+vtiOa6TK2jQ/9q7H9vbwNNdF5PZ5omS9RkQdGU6qeXgIiksmfb15UJ78f9o9Xue9Jdplh5Z5Mp1U8D474hawdTQrwrQ3oE6EJggASrg1AOhoeRoDQ9xB74BMioBRmzWgPip912Q9qmkA2Mk+A9AOGbLaFmKGU1BqO8EgjuIMA2MlJZQ9AOEzHCgliAAKknIADUkwCNpLLPMdr9oPOXwp+6Q9X+I6YyPgBz5xLGODm7+8+NLdj9K8+syF62ro0NPSbIfU93hE0VlkVlQ+LU14LV+xmTEp0BbbKW6dJnh5DlKZvTRgNFZTkf/NKRUvadOpT3aizy6uw0tlW8q1dLoWr9u9/c9iuHbGXOok2kqZpmeox/hY6HkfaY5a4sJ09YarzRt17GVPWOq8zS1ikiiXdx2x2YoxqApOeuoGvfHQ7Iu61So6c3lJZ148V0+5Qu6MIx3ksPJdR0BnhAAQAEABAA1aZAdSraH9VERV6MK0HCfBj4TcJbyK6y3IqmrnFwGntjKt9jU4S3qj3uS6O/n6FqpeyksRWDwja652slrmymqRixoxqSyNUqSTqdQTxUxNOG5LdOvsbhV6EZrsfavzJSzpQZSp0IpDYycXlE9alGrTdOfBmWtEkoxU7viNxjUhJSWUcHcW86FR058V5rmEtyCCDQjMGHFdpSWHwNPd9tE1a/eHpD69kQyjg526tnRljofAuLqvOZZ3DyjQ7wdGHBhvEMayMoXE6Et6H+z0e5dqJNoABIlzN6saVP8LaH58oicWjo7e+pVlxw+T+3Mf2hvpLNKLVBc5IvE8SPVH9t8Ilkfd3MbeG8+PQiv2BnM8iazElmnsSTvJSXCy4lbZc5TpSlJ5bk/RGmENNMy2xFu6Q2kcZpmDsmV//AD8YdJGZs6spuov/AKb8f9GpENNMwGyF/rLmTJc1gJbkurHQNv7iPiBxh7joYNhexjUlCb0bbRpLbtXZZYr0mM8EGInv0+MIos0ql/bwX1Z7NTDbQ7TTLV1fQlVyQHXgWO/s0+cSRjgxLu/nX+VaR9e0z0+cEUsxoBD0slOnTlUkox4mXttqMxix7hwETJYOjoUVRhuojQpMk3ojSXbZOjSh9I5t4d0Ztapvy6juNm2f6Wjh/U9X7d3uTJcsuwVQWZiFUDUkmgA7SYiRelJRWXwR9A3VswJVlkysR6REAZqk1bU67qkgcBSHXGyqVWOVpLnz7V+M4qpfylWlPGjfAt7usAlDLNjqfoOUWLKxhbRwtW+L/Ogq167qvqJcXSAIACAAgAIACAAgA818sq2ZpUstMUWpD1EGbNLY9YMBoMqgnepA1MVbndx1m/sJ1lN4XyPi+hNHkkUjqCjvq1S2oFzYfeGlOFd8XbeE46vgcttm6t62Iw1kulcMcuv7c+grAYtGCPSJxRgymhH6oeUDWRlSnGpHdktDTXfbOlWtCCNeHcd8Qyjg5+5t3RljOfXvRLBhpVOiACbYr1nSQRKmMgJqQDlXIVp3CGuKZNSuatJYhLCJq7U2sf8AWPeqH5rCbqJ1tK5X+XkvYh3Zes2zkmU2EsKHIHLXQiFayQW9zUoNuD4kq2bTWmYpRppwnIgKq1HCqitIFFE1TaFxOO634FRWHFISTAKNz5uFSxqacBU+yFSySU4OclFdPMzFvtxmmpyUaD69sTJYOht7aNCOFx6WRCYUsEi7Z6I4Lg8jwPGkRVoylHES/s2vRo11OquzqfPHT9uXLSpMDCoIIO8RnNNPDO2hUjOKlF5T5Gz8la2bzwPaJiq6j7BWyDO1RXEcqgZAHUtlmImt93eyzL2w63wN2msp8ccvzi+o9zjQOOCAAgAIACAAgAIAKbaW0vKWXNlnNXoRuIYbx2gRBXlKKUkTUYqTaZi9ttvp8tFWzy+jxDrTjRsJ9VBoD/E3cN8Qyum18uhrbO2dRqybqSzjo9/6PIbwvEAl5rlnY1JJLOx41OZPMxBGEpvQ369zRtYfNpyS+y/EU9ua0zMuhmqvAI+faaRcp06cNc6nMXu0a9x8qW7HkuntfT6EMXfO/Bm/7b+ETb8eZm7r5C5d2ziaCTNr+RvqIN+PMRppZaLqw7OuM5iMT6oU07zTP9awx1V0Mza9xWelOLXXgt1sjjRG90+ER7y5mW6FZvLi/BihZn9RvdPhBvLmJ+nq/wAX4M75s/qN7p8IN5cxP09X+L8Gd82f1G90+EG8uYfp6v8AF+DDzZ/Ub3TBvLmH6er/ABfgw82f1G90wby5h+nq/wAX4MPNn9RvdMG8uYfp6v8AF+DOebP6je6fCDeXMP09X+L8Gc82f1G90+EG8uYv6er/ABfgznmz+o3unwg3lzF/T1f4vwZX264S+YRlbiFND2iHqol0l2hVuKeji2ux+RQ2i6Z6GhlTDzCMQe8CHqcX0mtTe+spPvQybvnfgzf9t/CF348yTdfIdssm0yzVZU3mDLeh7RSGTVOa1LNrc17aWafh0Mt7PbgxwOpR96OKHjlWKU6LjqtUdVZ7TpXHy/TLk/tz9T0jYLbm1SnWQ4a0SuZ68teIc6qPVbkARpDqdw46PVFTaWzqDi6ie6/J93PrXeej3Rej2m0erLRSQvM0UFjvOZ5fOJqVV1J9SOdqU1CHWaOLRXCAAgAIACACt2jk4rNMHAYvdIY/AGIq6zTZJReJo89mSwwKsAQciDmCOYjLNGMnF5XEwto2Cw22TNlsWk9IGdWNWXDVgAT6SkgLxFd+sWo3H/jcekgqQlOpvyee03tYqkwVgAKwAJdwASTQDUnIe2AClvm8pku02SUtME1mxcTSgpXcBirxNBD4pNNiNlubQodULDGwJC1zIFKmnDOG40yLkpdjrzmWiVNeaesJxAAyCjBL6oHCtfbD6iSegieSyvmc6SJryz11lsy5VzUE6d0NjqxWV92X7LSzSXtE1Q7IDmas1MsWECu7PKlYVxbegiehcyZwdQykMrAEEGoIOhBhrWBSutyGW4mPaXVDMlgSwqkEkFAlcNaMTU8KHtDlqsYEJNvvOVIp0sxUrpU5mmtAM4aot8Bcj9mtCzFDIwZToVNR7YGsBkSlsQu0sOpdRVlDDEBlquu8e0QYfEMlbd1vd7ZapbHqShKwCmmJcRJO8mvwEOaW6mJnUkXdfkiezJKmBmXUUIqAaVWozHMcRxhHFriGSxrDRQrABi9r9j2tlqlTFYImArNbeMBquFdSxDEcBh9tmlWUINEFSk5STRqLsu5LPLEuWDQakmrMeLNvMV28vJZlUnPG828czb7EyerNfiQvsFT/AFCLlotGylcvVI00XCsEABAAl60NKE7qmgrzNDAwMneO0NoRihRZZHIse0GtCO6KNS4qReMYLcKMGs5yVFovac4IaY1DqB1QRwIWkQSqzlxZMqcVwRCiMeEABABCvu2mRZ5s0CpRCVB0xaLXlUiHRWXgRlXtTa1axMUnhcSggqR9pxQUzzFdO/KsOgvm4CPgYi37Qzp0tpcwqVYIKAEUKGoYGup31r3UETKKWqG5HbZtROmvKdhLxSWLLRW1NK4utmMhwhFBIN4sLkvh7TeFneYqBgHWqAio6NyA1WNaHTthJRSixU8su9iUYS7UFoCJ8wKSKgEADMb6ZZQypxQsTOWjaS1yQ9nmFCQXVmYFm6xNaNWm/LLSkP3IvVDcvgVMm8MMtpfQyTiFC7IWmciHLZEbqCmUOwJk9G2LllbFJrvxnuLsR8PnEFT6iSPAym0lpmm0TcUtyZbB5LEkKkuWwq4SmFg2VW5gcoljjA1lfeW0U2cyO6yw6eiyqa0OoKsxUjtEKopCN5FXXtLNs8sy5SygCSSSrEljlX0qVyG6mUDgnxBSwObPWxjaJHRpWcZj42LEiYr5sXG4qKmo+cElo8giwv8AvaZZbdaDLCnpFlhsYJyEtRlQjnDYxTisit4ZQzL2bEjpLlSXQ1DSVKcqEYiD7Ifgbk9Tuma7yZbTaB2QMwAoBXOlKncRFaWM6EiJcIKEABABIstumS/QdlGtAcq8cOkPjOUeDGyhGXFFnZtprQCB1XJyzXM8hhpEsbmp2kToQ7DX2GZMZAZiBGO4Gvty15Zxfg5NfMsFSSSehIhw0IAIt43ek5cLjsI1B4gwydOM1hjoTcXlGHva6HkHrZqdGGh5HgeUZ1SlKD14F6nUUyviIkAQAEAEa8rGJ0p5TGgdSKjdwPcaGFTw8gzBythJ+OjPLCVzYEk05LTXkTE3xEM3TaJcVmCheglEDiik1pSpNMzlrEW/LmOwg/YNl/y8r3F8IN+XMMIYsF0LLnu/RSFQBeiKJRwSCHxHv3cYVy0DAi9rJaVTDYjKQGpYEEPiYksyuSVzJ3jLjCpxf1A89A1cmzEqXKAnok2axLOzDFmdwLZ057ySd8EptvQEif8AsGy/5eV7i+EN35cwwidKlqqhVAVVAAAyAA0AEJnIp2YgYFWAKkEEHMEHIgg7oQCFLuWzKarIlA5/cXeKHdwh28+YmEJ/YNl/y8r3F8IN+XMMIVZbnkSprTZcsK7ChpkKami6CtBpA5NrAYHLXdkmacUyVLdqUqygmnCp3Qik1wFwV8jZ+X0kzHJs5lHD0YEsYhl1sR01/Qh++8aCYLuIxQgAIACAB+x2R5rBUFT8AOJO4Q6MHJ4Q2UlFZZtrmuRJAqetM3tw5KN3br8o0aVFQ16SlUqufYWsTEQQAEABAAibLDAqwBByIOYMI0msMVPGqMhfezpl1eVVk1K6lfEfH5xRq27jrHgW6dZPSRjbWpU5E0OmZ9kV0WCbs1YGtFoVCThHWfM+iN3eaDviWlDflgjqT3Y5PT/MJX4ae6vhGhuR5FHflzDzCV+Gnur4QbkeQb8uYeYSvw091fCDcjyDflzDzCV+Gnur4QbkeQb8uYeYSvw091fCDcjyDflzDzCV+Gnur4QbkeQb8uYeYSvw091fCDcjyDflzDzCV+Gnur4QbkeQb8uYeYSvw091fCDcjyDflzDzCV+Gnur4QbkeQb8uYeYSvw091fCDcjyDflzDzCV+Gnur4QbkeQb8uYeYSvw091fCDcjyDflzDzCV+Gnur4QbkeQb8uYeYSvw091fCDcjyDflzDzCV+Gnur4QbkeQb8uZiNvbr6NlnSxhRuqwXIBhoaDiP6ecVLimk95FmhPKwzKyyzEAE58zFUsGnuW5XnUpkg1c/IcTElKi6j6hlSqodpubBYUkrhQU4neTxJjQhBQWEUZTcnlkmHjQgAIACAAgAIACADN7R7MLOBaVRX1poGP0Pz+MVqtunrHiWKdbGkhWxN09DJxMOvMNTvooqFFR3n+aHUIbscvpG1p70scjRROQhAAQAEABAAQAEABAAQAEABAAQAEABAAQAEAES9rCJ8l5TfeGR4HVT3Ghhs470cDoS3XkyOzGyhPXn5CpGEGpNDQ1I0FR29kVKdu3rIs1K+NIm3loFACgADIAZAd0XEsaIqN5FQoBAAQAEAH/2Q=="/>
          <p:cNvSpPr>
            <a:spLocks noChangeAspect="1" noChangeArrowheads="1"/>
          </p:cNvSpPr>
          <p:nvPr/>
        </p:nvSpPr>
        <p:spPr bwMode="auto">
          <a:xfrm>
            <a:off x="176213" y="-1698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3318" name="AutoShape 13" descr="data:image/jpeg;base64,/9j/4AAQSkZJRgABAQAAAQABAAD/2wCEAAkGBxQSEhQUEhQWFhUVFhcXFxgWGBgXGxoYFxgWFxgXGBQYHCggIR0lHxgYITEiJykrLi4uFx8zODMtNygvLisBCgoKDg0OGxAQGywkICQsLCw0NCwvNCwsLCwsLCwsNCwsLCwsLCwsLCwsLCwsLCwsLCwtLCwsLCwsLCwsLCwsLP/AABEIAN8A4gMBEQACEQEDEQH/xAAcAAABBQEBAQAAAAAAAAAAAAAAAgMEBQYBBwj/xABHEAACAAMFBAUJBQYFAwUAAAABAgADEQQFEiExBkFRYRMicYHRBxQyUpGSobHBI0JTcvAVM2KCsuE0VHOTokNj8RY1g7PS/8QAGgEAAQUBAAAAAAAAAAAAAAAAAAECAwQFBv/EADgRAAIBAwEECAUEAgIDAQEAAAABAgMEESEFEjFRQWFxgZGhsdETIjLB8BQzUuFC8RVyI0Nikgb/2gAMAwEAAhEDEQA/APcYACAAgAIACAAgAIACAAgAiWy8El5MTWlaAZ0+UUrm/o273ZvXjhfmPMmpW86mq4FbOv4/cQDmxr8B4xk1duSf7cMdvsvctxsV/k/AhzL0mn71OwAf3ijPal1P/LHYl/vzJ42tJdBHa0OdXY/zGKruK0uM5eLJVTguCXgNkxG5N8WO0AQibXAUWs5hozDsJESKvVXCTXexrhF8Uh+XeU0aOe+h+cWIbRuocJvv19SOVvSf+JLk3649JQeyo8YvU9t1V9cU+zT3IJWMX9LwXVjtAmIGAIBrryyjetrhV6aqJNJ8/AoVabpy3WPRYIwgAIACAAgAIACAAgAIACAAgAIACAAgAIACAAgAIACACn2hkVVXG40PYdPj84wtt0cwjVXRo+x/36l6ynhuJRRzeTSCkJkQ7SAApAAQAFIACkAAFrkNYVJt4XEM4NhZ5WBVUbgBHeUaSpU4wXQsGFOW9Jy5jkSjQgAIACAAgAIACAAgAIACAAgAIACAAgAIAE4xWlRWlab6caQ3ejvbudRcPGRUOEETZgUEsaAb4ZUqRpxcpvCQsYuTwiNZ7ylu2FTmdMiPnFShtK3rTUIPV9TXqTTt6kI7zQ/apONGXiKeBixcUVWpSpvpRHTnuSUjIlaZGODaaeHxNvIUhAO0hACkABSDIBSAApABMuiTimrwXrezT40jR2VR+Lcx5LXw4eeCC5nu0316GmjszII9rtiy6YjrplXSKtzeUrfHxHxJadKVT6RVmtSzBVDWmu4juMOt7qlcLNN5/OQlSlKm8SQ9FgjEs4FKkCpoK8eENlKMcZeM6CpN8BUOECAAgAIACAAgAIACAAgAIAK29L0Evqrm/wAF7efKMraG0o0PkhrL07evq8eu3b2zqfNLh6lDKtLK+OtWrWp38jyjmoXNSFX4qfzevb1fiNKVOLjuY0NVZLSJihh3jgd4js7a4hcU1Uj/AKfIxqlN05brIN/yWKAg5Kcx9e76xmbbpTlSU4vSPFffu++SxZzipNPpKKU5UgjUGo7o5mFSVOSnHitTRklJYZrbPNDqGGhFf7R3dCtGtTVSPBr88DEnFwk4sz98SMMwnc3W8fjn3xye16HwrltcJa+/nr3mnaz3qfZoQoyywEABBkDsGQOQAEAF5cEmis3E0HYP7n4R0+wqOKcqr6XjuX9+hn3k8yUS1jeKRl7ztHSTCRoMh2Df3xxW0bn49dyXBaLsXT3vywbFvT3IJdI/cUli+IGgUZ867vr3Ra2LSnKtvp4S49eej7+HMjvJxUN18WaBmoKnQR1TaisvgZiWdEZa9Lb0rfwj0R9THHX967mplfSuHv3+S7zYt6Pw49ZMuu9qUWYctzHd28ucX9n7V3cU6706Hy7ffx5kFxa5+aHh7F9HRmaEABAAQAEABAAQAEAFZe95dGMKemf+I8YyNpbQ+Avh0/qfl/fLxfXctrff+aXD1M5HLNmodhAJl2Wwym/hPpD69oi7YXrtqmX9L4+/avPwK9eiqkes0+TDiCO4gx2XyzjzT80zI1izMW+y9G5G7VeyOIvrV21Zw6OK7P64efSbFGr8SOSwuG0aoe0fUfX2xrbDutXQfavuvv4lW8p8JokX5IxIG3qfgcj9PZFrbdDfoKouMX5PR/Z9xFaTxPHMoaRyRpBSEACaawqTk8JZDICCScXhrDDIUhACkAGpskrAirwGfbv+Md/aUfg0Y0+S8+nzMapPfm5DF7WjBLNNWyH1MVdq3XwKDxxlovu/DzwS21PfnrwRnUlkkADM5COPpwlOShFavQ1HJJZZqLHZxLQKO88TvMdzaW0bekqcf9vmY9Wo5y3mVV926v2a6D0jxPCMPa9/vP4EHouPby7unr05l20o4+eXcU8YReOQopa3PeWGiOeruPDkeXy+W3szaPw2qVR/L0Pl1dnp2cKVzbb3zx4+poI6YzAgAIACAAgAIAId6W4Sl/iPoj6nkIo394ranlfU+Hv2Int6PxZdRlmYkkk1JzJjj5Scm5SeWzZSSWEEMA6IQQ6IQQt7lttD0baH0eR4RubHv9x/AqPR8Op8u/o69OlFK6o5+dd5Y3nZOkTL0hmPDvjX2lZ/qaOF9S1Xt3+zKtCr8OXUZ6S5Vgw1B/QjjaVWVGoqkeKf4vszUlFSi0+k1AImJyYfAiO7ThcUecZLyaMfWEutGXmSypIOoNPZHA1ISpzcJcU8eBrqW8so5SGZFG13cTn2Dh8RG/KSsLeO4lvPjnx8uCKqXxJPPAOft50yiW4pxu7ZVEvmxlewkW4TwOUjmy2Sbuk4pijcDU92fhF7ZtH411CPQtX3a+uERV57tNs0kd0ZJnL1n45h4LkPqf1wjitq3Xx7h44R0X3fj5JGrb09yHaTLkslPtDvyXs3mNTYlnhfqJdOi7Ol9/R1dpXu6v8Agu8fva24Fwr6R+A4xb2rf/p4bkH878lz9v6I7ajvvL4IzpjkTVOEQoHDCiiTCil9cdvr9mxzHoniOHdHSbJvt5fBqPXo61y7V6dhnXdDHzx7y4jdKAQAEABAAmZMCgk5ACphs5xhFylwQsYuTwjI2y0mY5Y9w4DcI4q6uZXFRzfd1L88zcpU1TjuoZEVR4oQgh0QggqEEOw0DQ3VbcYwt6Q+I4x1+yr/APUQ+HN/OvNc/f8Asy7mjuPK4Mr76lKrggir1OGorlqQNafrfGVtqz+HU+NHhLj2/wB+vaWbWblHD6Ci2i2qnWGQplylerEYmJohIqKoBmCa7x8Yl2PfOMHR5ar7rx17y5Q2fTuqvzSxp0dPf/TIOyW0T21ZjTcPSK4rhFBhYdU07mHdFDa0H8b4n8vVaexYu7SNs4xhwx0l9SMspjajhuqO79AR0zo/rbWDbw+fXwZU3vhzYEZU4/Mxanu21s+UV+eLGrMpDtI48umN252hnWaZKSzzDLbCXYrTME0UEGoIyY07I3Njxcd6quz7v7GnY2lOtCTqRyuBK2M25tlomGVMEt1CEtMw4GXcD1eqSSRlQb+Eal5tCdGi+b0Xv3EN9sq2pR345WvDivf1NMjywyLMdUDNhBZgtTrhFd5pHN2Nt+orKnwXT2e74FKW9utxTeORprTPEpK8MgPkI7O6uadpR3n0aJc+S/OgyacHUlgzM6YWJY5kxxFWrOrNzm8tmvGKisIbhg45CinDCiiTCgCsQQRkRmDzh8ZOLTTw0K0msM1d3WvpUB36MOcdpZXSuKSn08H2/mpi16Xw54JUWyEIACABq1WcTFKtWh4GkQ16EK9N058GPp1HCW8jP2y53TNesvLUdo8I5q62TVpfND5l5+HT3eBp0ruE9HoyvjJLQoQ0Q6IQQ7CCChDRBaMRmpIPEajsh9OrKlNTg8NCNJrDPJr484sds6SY7PMDYlmOSekTShJ5VUjd7I6KFWF5Seenj1P81R0VBUq9DdisLhhdD/NT0Vujt1kND1JyZcVbnzVh8I5/MrWtrxi/H/aMT57atrxT8f8AaPO9jb1WzW8SXYBnLSXAzo4PVrTL0hTP1o3r2g69t8SKzj5l2f6L20Lu2nT3VNb3R09z5d56x0g417M45+na1qjxGD8NPExnNLpELHW21H4NKNPkU5S3nk6dR+t0VtpUalWhu09XlPtQ+lJKWorpB+qxzn6S4/hLwZZ348zybaRZ9otc5hZrTTEVU9BNoVTqghsNKGmL+aOmtbaVKhFdWX2v8wbVjtC2jTVNyw+tdPbwNvsNdHm9nxOKTJpxNXIhRkqmumVT2sYwto1/iVt1cI6d/T7Fa/uFVqYi8pfmTIbWWmba7RRJcwy1OCWMDAGpzapFOsaa7gI1rO3+BS+bi9X7dxoWfwaFLLmsvV6rw7jf7P2IyJEuU0wzCoqasWAJpVUBOSigAA7d8ZF7Wq1pZkmorRZ/OLMevVjVqucUln816ywimRiTCgchRThhRRJhwpJsl3vM0FB6x07uMXrWxrXGsVhc3w7ufd4kVWvCnx4l/d9gWUDQkk6ns5R01lYwtU8Ntvj/AK/O0zK1eVV6kyLxAEABAAQAEAEO2XckzMijcR9eMULrZ1G41axLmvvzJ6VxOnw4FJa7ueXmRVeI+o3RzV3s2tb6tZjzX3XR6dZoU7iFTTgyKIziY6IQQUIQBLjMd8amx/3pf9fuivX+kDKXgPYI6Mq5OiWOA9kAChAAQAEABAAQAEAFVeVpYzpNnUGkwvNmNuEqVhxLXizui09Vm5Rn/wDHp3Trvhp/+v6xntJPitR3UWtY0CISdR3xlbY/YX/ZejJ6H1Co5wtnDCiiTCijlnsrTDRRXnuHaYtW1rVuHims9fQu/wDGMnVjBZky6sdzqub9Y/D2b++OktNj0qXzVPmfl4dPf4IoVbuUtI6LzLKNgqBAAQAEABAAQAFYACAAgAzu1s+RZZLT5hw7lC0q7HRQvHXPtJ0jGvtl0Jpzj8r6uD7vuu80bH41aoqcdfsuZQ3Nfkm0isp+tTNGyYdq/UVEcxXtqlF/Mu/oNKtb1KT+Zd/QWYiuVxLajvjV2P8AvS/6/dEFf6RUdGVQgAIAGunXHgr1qFqchhB/qHtgAcgA47ACpNBzgAQtoUoHB6rAEHk1KHPtgA7InK4xKaipFeakqfiDAAuADsACd474ytsfsL/svRk1D6hZjmy2RrdbZclS81wijed/IDUnkIkp05VHuwWWPp05Te7FZZH2Q2hstsnPK6wZc0DUAmKNSKGtR6utM+NN+x2TTbzWeXyXDv5+naF/b17emp6Y6er85/0bxFAFAKAbhHSQhGCUYrCXIwm23lnYcIEABAAQAEABABGvKcUlMy6ilO8gV+MVL+tKjbynHj7vGe4moQU6iizLypzKaqxB30OvbxjjYVqlOW9CTT7ePbz7zXlCMlhosbPfTj0gG+B8PhGnR23WhpUSl5P28kVZ2cH9OhYyr2lkZkryI+VI16O17apxe6+vTz4eZVla1Fw1PC9t9onttpZmDKkuqypbZFVrmzLuZqAnuG6EqVfiPeXDoOx2dZxtqOFq3q3+dCM5PtnQjHUgj0cJoa7qEQkafxHuk13c07ek51OHLm+Rc7NeVSbLOG2L0qeulBMXtGjjTgeZirdbChNZovD5Pg/bz7jjFeNybktOroPULqviRalEyzzFmLvpqp4MpzU8iIo7Ot6tC5lGpHD3fuuHMkqTjKOUWEbpARLylzWllZLBHOjMKgd3636QAhiWLRjxkIFzUpiJBAJKslFNGoc+NBkIBdBNisk0TRMmYScLqcOuZl4TSlASEzFaAnImABFps9ommhKCSWIZSOsUKBSuh+9ibccx6vWA0HZlkmhVQTMYr1zMoDhyIoyjMgimeoJqa6gDDXfPwSVV0wpLRGQ1FWQocQYLX7lKZZFq1rkBlCxZJyyDLlMqPichz1lo0xnAprWhAOXHPQwBpkVNS1GYrBpYSoqgqTTEtTiIG7F7RwoQNC0gEGbTaEljHMZURQSzMQoA4knKMva0JToxjFZbkuHYyWi0nlnne1HlVRKpYVExtOlcEIPyJkW7TQdsR2ewpS+a4eOpce99Hn3CVLpLSBjZN+PajinOWmjWvD+EaAchGpK1jQWILCOj2Re061P4eEpLj19fvyJVntLSnWZLYq6EMrDUEaGGptPKNWcIzi4yWUz3/Z3aVZ9mSbMVpcwijoVYdYala/dOoPOmoMTT2nb045lLXktfT7nEXNjKnWcIarofV7jtovs/cWnNvAeMZVbbsnpSjjrfsvcWFkv8n4FZaLW7+kxPLQewZRk1rutW/ck31dHgtC3ClCH0ouNn55Ksp0WlOw1y+HxjoNiV5Tpypy4Rxjvzp3YKN7BKSkukto2ykEABAAidKDqVYVB1iOrSjVg4T4MdGTi8orZtxIfRZh25jx+MZFXYdKX0Sa817+ZbjezXFZIky5XGhVvgf13xQqbErx+hp+T/ADvJo3kHx0Ki0WqXLmGU8xFmChKF1xZ5jKsZlW1rUnicWvP0yi3CLnDfim1zwctl3ypwpNlq43YgDTsOo7ohhVnTeYNodCpOm8xeDGbQ+TCTP60ma8pgMlb7RPYaMO2p0jVtdtVKWk4qXk/byILzfuWnOXDwMFe/k9t1nqei6ZR96Scf/Cgf2AxuUNr2tXTe3X/9aefDzM2dvOPRktvI3KIt02oIIs7qaihB6STkQd+Ryi3WeYrBHTa3sdJ7LFYnCADgMAHYAGLTaMJQAVZ2wqO4sxPIAE+wb4AKtdoFlm0i1ASfNzixE1DyXJEp13liQVKipxDnSFwGC4lTAyhhoQCOwisIAuAAgAIAMD5Z0rYpWWlpQnkOjnCvxETUPqIqskks8zzW59kbZaqGVIfCfvv9mlOIZqVH5aw2vtC2ofXNZ5LV+X3wJClOXBG5uLyTYGV7TaDUZ4JIoOwzHFSN3oiMW529vJxpQ75ey9y9b0ZUpqonquRvbuuKzyP3UpQfWPWb3mqYxalzVq/XL28DQqXNWp9UvYdtl4ypX7yaifmYA+wmG06U5/SmxsKU5/Smy4l3RMOtF7T4VjTpbGupfUlHtftn1KcrumuGpKl3EPvOT2CnzrGhT2FFfuTb7Fj1yQyvn/iixslkWWCFGutTWNa2tKVumqa4lWpVlUeZD8WSMIAM5MvmYGamEgMaVG6uWhjmKm1riFSSWMZfFdfU0aqs6bis54DiX829AewkeMPjtyovqgn349xjsY9DJCX8u9GHYQfnSJ47dp/5Qfdh+xG7GXQx79tS6E9atNKa8uEWI7ZtXxbXd7ZI/wBHU6jwy+rnts6dMnTZDlpjFjho9K6AYScgKAdkVf11GbzvL0Oxt61vTpxpxksJY5FBelrtlkUCV5xKzqSBMUADiKUzPHnFmjTt67+fdfgZ22rqKpqNPDb6VrhLr6/TJ27vKfbpeTPLnD/uIK9lZZX41hauxLWfBOPY/fJzsbqouOprLn8q4mMFnWVgTvlOGHMlWC0HeYza3/8APyWtOa71j0z6Dp7QjTi5TWhsbqvyz2mZ9kftApJqhDBarXrUpSuHKvCDZ9ncW9R/E+nHPTOV0f0RxvLe4/b+rs1wXEa5IVW1TEWK1FWKstnmsCpoQQjEEEdkLHigRNu8UlSwPUT+kQjAat8wsk5JU5ZcxV9MgP0ZIqGZSaaCufbCoCJebFJ1lmk1SrynOgBnhOjf30VP/lgQFXtsmJLQR9ywWgOP9RpZlV/2ptO+FiKjS2H91L/In9IhrEFTrQiFQzAF2wqCaFmpWijeaAnugAo52L9qy+sxU2OacNeqCJsoYgOJqK9gh3+IvQW0m3B5mBFZgK4pg9AMDTAGPpNWvo1AwkEg5QmBBu97bJkqrz6YQ3VqpbrYWpQAGhpizihtCjWrUlClxzzxph/0NlWpUfnq8OzOpk788p8qTlLkTJhOhYrLX29Y/CKFHYFWX1zS7NX9l5hT2nSq53MvHcY+8/KvbHqJayZI3UBdh3ucP/GNOlsG3jrJuXkvLXzFldzfDQrru2ht1qmUeZPmq2XUDYQfyywF5acInq2lrRjmKimufHz1NHZF1ivu1NU+l9DXpy8C4k7O2lvRs8zvXB/VSKcruiuM16+h08rqiuM16+h7RshejpY5SWoFZqDAdGqq5I1QSK4aVzrUGLENsW0YpOTb7Gcle2ylXlKj9L19/MtHvxNyse2g+sRS27R/xjLy9yBWU+loYe/juQd5r9Iglt2X+NPz/okViumRHe/Jh0wjuP1MQS2zcvhuru/skVlT6y1s9vqik6lRXtpnG1QvN6lFy44We3BTnQxJpczLk1JjkZPLbNjoOiGiChDRDohBBQhogoGGiDNosUuZ+8lo/wCZVb5iHRqTh9La7GNcU+KK/wD9KWLMiyyVJy6iBP6KRYW0bpf+x97z6lera0aixKKHLvuCRZ5mOShUlSp6zMKEqfvE8BGps6+r16jhUeVjPBLpXIq/oaFB71NYfDi/uTLbaCiOyoZjKtQikYm4AVNOPsjZHGSt1ktJm3lKUNNS0WXEgLLWXNdWlLKzNB95taAAbzm9NaC6Eu8LfbTJMuRY5yN0RUTDMs1VYKAhC9KRQ51NctwMJhcwWDMG5bc3nGOyzKWqzos2k2R/iJYGCYPtRVSVqQfXYZ0FXacx2Ua+wm0fs7DPs5mTxLMsyi8v7SnVDGZiwgEUJNajOm6G6ZG6ZK+XJtUy7rZLnyHWe0uYAxaW5nVQhf3bHrAALSgGhGpAXTKDTJobqvCW0lSGACouLFVcJCiobFShG8boa0IYnam57bNtJnyJZm4XlPZ3DqmBUHWlmW7Cqs1GxDXDwIo5NYHJouJ0y0va0nmwzwos0ySwEyzYsTujVU9NoApzyOmUGmMZE6CPscbZZJJkTbHOdEY9EyzLPiwEk4WBnADPPI76boHh9ISxxNTed2S7SqpOUlQ2KlSMwCNR2mM3aNzUt6SlTeuceTGu3p1/lqLK4kQbI2KlDZ0Ya9er5/zkxhS2ndy/zfdp6EtKxt6WsI/f1Jtluizyv3UiSn5JaL8hEE7irP65t9rZbUIrgiXEQ4SYcOOGHAJMKOEmHIU4YUB9J9AByi7C4aikRunlkekVGsPBKdENEOiGsQUIQQUIaIKEIIdENEFCEEEvqO+NXY370v8Ar90QV/pIt4XdLnABwaj0WRmlutaVwzEIYVoKitDSOlTwVhdisaSVwSxQampLEk6szMSWPMkmEyAi9retnkzJzhistSxCipIHAfXQamFSyCHrNNxojUpiVWprSoBpXvhAEW2zdIuHG6dZWqhAPVYNQ4gQVNKEUzEAD4gAan2VHILojFTVSyhiDxBIyMAFPb9qEl+edRz5osstlTE0zEQFruFBVtMzwzXAuC9hBDsAHBqO+MnbP7C/7L0ZLR+oWY5stiTCoU4YchRJhUKcMOFEmFFEmHCiTCijglRYVFtZGuRy0LR2HBmHsJhtdYqyXJv1CDzFPqQkRCKdENYChCDRQhBDohoChCCCLRaUljFMdUHFiFHtMLCnOo8QTb6iOpUhBZm0l1kCxX7InzejlPjZVLEgGlAVGp11GkbuzLKtRm51FhNY6+KKDvaNaXw6by1qWcbIpXX7ey2WWHYYmd1ly0BALzH9FcRyG8knQAwqWQSM6L8Nrum2O4CzUl2lJiCvVIViBQ5+iV76wq4oXGGO35tJMssqzJJkmbMmS1apyQJLQNMGL1sIOW7XPQmASJN5bViXY5VrEp8ExpYYOKGWjE1cgajLKmuJeMIlqGNcGkVgRUGoOYI3jjCCGTvLbEJapcpV+xE/oJ007phU0RRuoSCWOXVYDSsOwLgrtoR/71/pWX/62gXQKugudrdqvNSUlyzNdVE2bTSXJLhC1NSSTQAaamg1RIRLJopUwMoZTVWAII3gioPshBCLel5y7OFeaSFLYagE0JBOYGdMjFHaFtUuKW7T45z5P3Gu5p2/zVHhcByxXnKnfupiPyBFe9dRHM1berS/ci1+c+Bco3FKr9EkySYjJzhhRRJhyFEmFQokwopww4USYUUvrLYaoh4qp9oEdPbWu9RhLml6GbUrYm11sq72TDOcc6+0A/WMbaMNy5muvPisly2lmlEiiKJMKEIIdENEId53zIsylp81EAFSCat3IKse4RLSt6tZ4hFv858Aaag540XSYy9PKxZ0qLPKmTTxb7JPjVv+IjVo7Cqy1qSUfN+3mUZ3kV9KyZxPKHbbRMw4klJQ9WUtDyq7En2UjThse2prLTk+v2X9mZf3tZUm4vHYdkSZ1oeih5rntY95Og5mLMp0qEMvEV4HOxhWuZ4WZPxN5shs1MszmZNYYmQrgGdKlTUtpXq6D2xRo7QhcVHTgtEs5/rvN6y2bO2/8k3q9MefHuNZFs0CuvK61tKvLtAVpJpRBUEmnpM2oINaAdtTWgXOAzgrZexNkUOFE0CZlMAtE8B9fTAfranXiYXeYuWOT9kLM6hJnTOg0R7RPZRQUBCmZSo3cIN5iZGL32ZRpeFVnzgzKGR7ZPC4a1LEM5BoQMvlSDeBMnXdJny5EmWkqUuFFUh5rt0dB6Iopx4dPTWtNRCPAEe8djbJPZnnSyzvTGwd0xEAgEqjAVAJGmkLvMVSaH5ezMgLNX7U9Ng6QmdNZj0fofaFsQpyMJkTJEvDYqzTgcTT8ZBXpOnmO4UggpimFhhNTVSKZmF3hU8F1dlhWRKlyUrhlqFGI1NBxP6ENEIO1F0G1ShLVgpDYwSKgkKwoaaelrnpFe5u1bRU2srOPX2K9zaO6huJ4fH88Tza9LmnWY/aIQK5OM1PCjDfy1ie3u6Nwvkeerp8DnK9nXtn8671w8SNaNsrZZgnRzcQqarMHSAimlT1h3EQ2ezLarxjjs0/ryNPZl5Xbacspc9S4uryuDIWqzkcWkmo/wBt6Ee8Yzq2wHxpT7n7r2RuQvP5I2dz7WWS1fuZy10wvVGrwo9K91Yya9jXo/XHw19C9SfxYuUE2lx6i6MVRwkw4USYUU4Ydr0Cm0lJhUDgAPZHeU4bkVFdCwYEnvNsodo5VHVvWFO8H+/wjndtU8VYz5rHh/s0rGWYOPIiWe7pr6KQOLZfOKNLZ9xV4Rx26f35E87inHiyxkXD679y+J8I06Ww+mrPw937FSd9/FeJ5T5R7ZPk22bJWa6ygEZFU4cmQVqRQnrYtTEsrKjRniMfHX1Oi2XGnVt1UaTlrnx9sGGtqYpbjeVPt1iem8SRcvafxLecF/F+hQXVdk60vgkS2mNvCjIc2Y5KOZIi/WrU6Md6o0l+eJwcISnpFHp2yvkw6NlmWuZUj/pS9Mx96Ycz2ADtMYF3tzPy0F3v7L38Cz/x8akcVeHI3NptdnsMvPDLXcqjrMeQ1J5nvMY8KVxeT6W+b4L27CWpVt7OnriK5Liyq2d2ke12plwhZaymIXUk4kFWbsJyHHfHQWmz4Wy3s5k/zQyqG0pXVZxxiKXfxXE1UXC+EABAA2k5SSAc1ND20B+ogAbNrXpRKzxYS/ICtBnzz04HlUATNtqrMWWa4mOVKbhUk8Nw515GgGB9JgOIA+iaHkaBqewg98AC4ACAAgAotrr0ezSpcyXSvShSCKgqUckfAacIirW0LiG5Pt7ypeXU7aCnDnjuwzty7RyLWMBorkUMt6GvHCTkw+PKOcutn1rZ7y1XNffl+alu02jRulu8Hyf25lJtV5O5NpFZLdA4qQKYpZrTVdRpuOXAxatNs1aWlRby8/Hp7/Ef/wAdSi3KmsN+B5RtDsxarGft5ZCbpi9aWf5xp2NQx0dte0bj9uWvJ6Pw9slapRnDihy4E+zJ4t8gP7wy5fz4Op2DDdt5S5y9Ev7NFdl52iWyrImupYhVWtVqTQdRqjfwijO3p1PqivzrNSrSpSTlNdZ79PuJT6LEduYgq7DpvWnJrt1Xv5nFwvZL6lkrp90zV3Yh/Dn8NYzKuyrmnwW8ur20fqW4XVOXTjtGrBIJnIpBGdSDlkM9O6IrOi5XMISWNc+Gv2H1ppUnJGtjtDEOUhMAdhQCADynyt3FNm2qRMkozl5RQ00BltUFmOQr0m87ozr6cKbUpPB0uxLmEKM4zeMPPj/orbn2EUUa0vi/gSoH8z6nup2mMKttJ8Ka737F2ttF8Ka737f7NbZLLKs8vDLVJUtQTQAKo4k/UmM2c51ZZk22+9mSlGK00Rgdq/KeqVl2EB2zBnMOoPyL97tOX5o2rPYspfNX0XLp7+Xr2FOrdpaQM01uaf8AaOxYuK1Jqezu4RuQpxprdisJHFXLqOrL4jyzVeTj/Ev/AKLf1y4SfAu7I/efZ90ejxEdEEAEK32NphQrMZMDYhTRjwcbxu7zvoQAmMLdszUzmDGhYrWjHAENRUDOgNQAa6UgFyFiujoyp6RmKp0dWqThqxHWJJrU66UAygBsRZLlwFD0rMZeQLipIPrNWpNN/wA4AyOiwzDNmOZhAbCAtWIGEEZUwkVqTqdeQoBkGu2YQAbQ+WGhAoaqa16pFa6ENUHhAGSygECADKeUf/DJ/rL/AETIfDiZe1v2F2r0Z5zXhEpzyeNUWlxeU15Uwy7SDNkg0Dj94oGVT6437jzOkZV3sWFRb1HR8uh+3p2HY2VzONOKq66d56bd94SbTKDyXWZLYUyz7VZTmDxBFY5ypSqUZ7s1ho1YyjNZRQXpsNZ3FZA6BuCjqZ/9vd/LTsMXaW0asfr+bt4+PuX7W7dCO5j5fAptndk56XhZlmJ1BND416yES6zKE7q4aZgaxsWlxTrTSi9eXSWru9pu1m4vXGMdOun3PdY2ziwgA5SEwB2FAIACACBfNpaWgKZEtStK0yJ+kZu1LmpQoqVPi3jyfsWbWnGpPEuRmnmFjViSeJzjk5zlOW9J5fWayiorCKi+9oZNlFHOJ6ZS19LtPAcz3ViShazrPThzLFG2nV4cOZ5Nt3f1otQBZismtOiX0a6qW9Y8zlpQCOl2dbUqLeF83Pp/or7Ys3ShGcW2uD7eh/bwMgDGqYBd3DatZZ7V+o+vtiOa6TK2jQ/9q7H9vbwNNdF5PZ5omS9RkQdGU6qeXgIiksmfb15UJ78f9o9Xue9Jdplh5Z5Mp1U8D474hawdTQrwrQ3oE6EJggASrg1AOhoeRoDQ9xB74BMioBRmzWgPip912Q9qmkA2Mk+A9AOGbLaFmKGU1BqO8EgjuIMA2MlJZQ9AOEzHCgliAAKknIADUkwCNpLLPMdr9oPOXwp+6Q9X+I6YyPgBz5xLGODm7+8+NLdj9K8+syF62ro0NPSbIfU93hE0VlkVlQ+LU14LV+xmTEp0BbbKW6dJnh5DlKZvTRgNFZTkf/NKRUvadOpT3aizy6uw0tlW8q1dLoWr9u9/c9iuHbGXOok2kqZpmeox/hY6HkfaY5a4sJ09YarzRt17GVPWOq8zS1ikiiXdx2x2YoxqApOeuoGvfHQ7Iu61So6c3lJZ148V0+5Qu6MIx3ksPJdR0BnhAAQAEABAA1aZAdSraH9VERV6MK0HCfBj4TcJbyK6y3IqmrnFwGntjKt9jU4S3qj3uS6O/n6FqpeyksRWDwja652slrmymqRixoxqSyNUqSTqdQTxUxNOG5LdOvsbhV6EZrsfavzJSzpQZSp0IpDYycXlE9alGrTdOfBmWtEkoxU7viNxjUhJSWUcHcW86FR058V5rmEtyCCDQjMGHFdpSWHwNPd9tE1a/eHpD69kQyjg526tnRljofAuLqvOZZ3DyjQ7wdGHBhvEMayMoXE6Et6H+z0e5dqJNoABIlzN6saVP8LaH58oicWjo7e+pVlxw+T+3Mf2hvpLNKLVBc5IvE8SPVH9t8Ilkfd3MbeG8+PQiv2BnM8iazElmnsSTvJSXCy4lbZc5TpSlJ5bk/RGmENNMy2xFu6Q2kcZpmDsmV//AD8YdJGZs6spuov/AKb8f9GpENNMwGyF/rLmTJc1gJbkurHQNv7iPiBxh7joYNhexjUlCb0bbRpLbtXZZYr0mM8EGInv0+MIos0ql/bwX1Z7NTDbQ7TTLV1fQlVyQHXgWO/s0+cSRjgxLu/nX+VaR9e0z0+cEUsxoBD0slOnTlUkox4mXttqMxix7hwETJYOjoUVRhuojQpMk3ojSXbZOjSh9I5t4d0Ztapvy6juNm2f6Wjh/U9X7d3uTJcsuwVQWZiFUDUkmgA7SYiRelJRWXwR9A3VswJVlkysR6REAZqk1bU67qkgcBSHXGyqVWOVpLnz7V+M4qpfylWlPGjfAt7usAlDLNjqfoOUWLKxhbRwtW+L/Ogq167qvqJcXSAIACAAgAIACAAgA818sq2ZpUstMUWpD1EGbNLY9YMBoMqgnepA1MVbndx1m/sJ1lN4XyPi+hNHkkUjqCjvq1S2oFzYfeGlOFd8XbeE46vgcttm6t62Iw1kulcMcuv7c+grAYtGCPSJxRgymhH6oeUDWRlSnGpHdktDTXfbOlWtCCNeHcd8Qyjg5+5t3RljOfXvRLBhpVOiACbYr1nSQRKmMgJqQDlXIVp3CGuKZNSuatJYhLCJq7U2sf8AWPeqH5rCbqJ1tK5X+XkvYh3Zes2zkmU2EsKHIHLXQiFayQW9zUoNuD4kq2bTWmYpRppwnIgKq1HCqitIFFE1TaFxOO634FRWHFISTAKNz5uFSxqacBU+yFSySU4OclFdPMzFvtxmmpyUaD69sTJYOht7aNCOFx6WRCYUsEi7Z6I4Lg8jwPGkRVoylHES/s2vRo11OquzqfPHT9uXLSpMDCoIIO8RnNNPDO2hUjOKlF5T5Gz8la2bzwPaJiq6j7BWyDO1RXEcqgZAHUtlmImt93eyzL2w63wN2msp8ccvzi+o9zjQOOCAAgAIACAAgAIAKbaW0vKWXNlnNXoRuIYbx2gRBXlKKUkTUYqTaZi9ttvp8tFWzy+jxDrTjRsJ9VBoD/E3cN8Qyum18uhrbO2dRqybqSzjo9/6PIbwvEAl5rlnY1JJLOx41OZPMxBGEpvQ369zRtYfNpyS+y/EU9ua0zMuhmqvAI+faaRcp06cNc6nMXu0a9x8qW7HkuntfT6EMXfO/Bm/7b+ETb8eZm7r5C5d2ziaCTNr+RvqIN+PMRppZaLqw7OuM5iMT6oU07zTP9awx1V0Mza9xWelOLXXgt1sjjRG90+ER7y5mW6FZvLi/BihZn9RvdPhBvLmJ+nq/wAX4M75s/qN7p8IN5cxP09X+L8Gd82f1G90+EG8uYfp6v8AF+DDzZ/Ub3TBvLmH6er/ABfgw82f1G90wby5h+nq/wAX4MPNn9RvdMG8uYfp6v8AF+DOebP6je6fCDeXMP09X+L8Gc82f1G90+EG8uYv6er/ABfgznmz+o3unwg3lzF/T1f4vwZX264S+YRlbiFND2iHqol0l2hVuKeji2ux+RQ2i6Z6GhlTDzCMQe8CHqcX0mtTe+spPvQybvnfgzf9t/CF348yTdfIdssm0yzVZU3mDLeh7RSGTVOa1LNrc17aWafh0Mt7PbgxwOpR96OKHjlWKU6LjqtUdVZ7TpXHy/TLk/tz9T0jYLbm1SnWQ4a0SuZ68teIc6qPVbkARpDqdw46PVFTaWzqDi6ie6/J93PrXeej3Rej2m0erLRSQvM0UFjvOZ5fOJqVV1J9SOdqU1CHWaOLRXCAAgAIACACt2jk4rNMHAYvdIY/AGIq6zTZJReJo89mSwwKsAQciDmCOYjLNGMnF5XEwto2Cw22TNlsWk9IGdWNWXDVgAT6SkgLxFd+sWo3H/jcekgqQlOpvyee03tYqkwVgAKwAJdwASTQDUnIe2AClvm8pku02SUtME1mxcTSgpXcBirxNBD4pNNiNlubQodULDGwJC1zIFKmnDOG40yLkpdjrzmWiVNeaesJxAAyCjBL6oHCtfbD6iSegieSyvmc6SJryz11lsy5VzUE6d0NjqxWV92X7LSzSXtE1Q7IDmas1MsWECu7PKlYVxbegiehcyZwdQykMrAEEGoIOhBhrWBSutyGW4mPaXVDMlgSwqkEkFAlcNaMTU8KHtDlqsYEJNvvOVIp0sxUrpU5mmtAM4aot8Bcj9mtCzFDIwZToVNR7YGsBkSlsQu0sOpdRVlDDEBlquu8e0QYfEMlbd1vd7ZapbHqShKwCmmJcRJO8mvwEOaW6mJnUkXdfkiezJKmBmXUUIqAaVWozHMcRxhHFriGSxrDRQrABi9r9j2tlqlTFYImArNbeMBquFdSxDEcBh9tmlWUINEFSk5STRqLsu5LPLEuWDQakmrMeLNvMV28vJZlUnPG828czb7EyerNfiQvsFT/AFCLlotGylcvVI00XCsEABAAl60NKE7qmgrzNDAwMneO0NoRihRZZHIse0GtCO6KNS4qReMYLcKMGs5yVFovac4IaY1DqB1QRwIWkQSqzlxZMqcVwRCiMeEABABCvu2mRZ5s0CpRCVB0xaLXlUiHRWXgRlXtTa1axMUnhcSggqR9pxQUzzFdO/KsOgvm4CPgYi37Qzp0tpcwqVYIKAEUKGoYGup31r3UETKKWqG5HbZtROmvKdhLxSWLLRW1NK4utmMhwhFBIN4sLkvh7TeFneYqBgHWqAio6NyA1WNaHTthJRSixU8su9iUYS7UFoCJ8wKSKgEADMb6ZZQypxQsTOWjaS1yQ9nmFCQXVmYFm6xNaNWm/LLSkP3IvVDcvgVMm8MMtpfQyTiFC7IWmciHLZEbqCmUOwJk9G2LllbFJrvxnuLsR8PnEFT6iSPAym0lpmm0TcUtyZbB5LEkKkuWwq4SmFg2VW5gcoljjA1lfeW0U2cyO6yw6eiyqa0OoKsxUjtEKopCN5FXXtLNs8sy5SygCSSSrEljlX0qVyG6mUDgnxBSwObPWxjaJHRpWcZj42LEiYr5sXG4qKmo+cElo8giwv8AvaZZbdaDLCnpFlhsYJyEtRlQjnDYxTisit4ZQzL2bEjpLlSXQ1DSVKcqEYiD7Ifgbk9Tuma7yZbTaB2QMwAoBXOlKncRFaWM6EiJcIKEABABIstumS/QdlGtAcq8cOkPjOUeDGyhGXFFnZtprQCB1XJyzXM8hhpEsbmp2kToQ7DX2GZMZAZiBGO4Gvty15Zxfg5NfMsFSSSehIhw0IAIt43ek5cLjsI1B4gwydOM1hjoTcXlGHva6HkHrZqdGGh5HgeUZ1SlKD14F6nUUyviIkAQAEAEa8rGJ0p5TGgdSKjdwPcaGFTw8gzBythJ+OjPLCVzYEk05LTXkTE3xEM3TaJcVmCheglEDiik1pSpNMzlrEW/LmOwg/YNl/y8r3F8IN+XMMIYsF0LLnu/RSFQBeiKJRwSCHxHv3cYVy0DAi9rJaVTDYjKQGpYEEPiYksyuSVzJ3jLjCpxf1A89A1cmzEqXKAnok2axLOzDFmdwLZ057ySd8EptvQEif8AsGy/5eV7i+EN35cwwidKlqqhVAVVAAAyAA0AEJnIp2YgYFWAKkEEHMEHIgg7oQCFLuWzKarIlA5/cXeKHdwh28+YmEJ/YNl/y8r3F8IN+XMMIVZbnkSprTZcsK7ChpkKami6CtBpA5NrAYHLXdkmacUyVLdqUqygmnCp3Qik1wFwV8jZ+X0kzHJs5lHD0YEsYhl1sR01/Qh++8aCYLuIxQgAIACAB+x2R5rBUFT8AOJO4Q6MHJ4Q2UlFZZtrmuRJAqetM3tw5KN3br8o0aVFQ16SlUqufYWsTEQQAEABAAibLDAqwBByIOYMI0msMVPGqMhfezpl1eVVk1K6lfEfH5xRq27jrHgW6dZPSRjbWpU5E0OmZ9kV0WCbs1YGtFoVCThHWfM+iN3eaDviWlDflgjqT3Y5PT/MJX4ae6vhGhuR5FHflzDzCV+Gnur4QbkeQb8uYeYSvw091fCDcjyDflzDzCV+Gnur4QbkeQb8uYeYSvw091fCDcjyDflzDzCV+Gnur4QbkeQb8uYeYSvw091fCDcjyDflzDzCV+Gnur4QbkeQb8uYeYSvw091fCDcjyDflzDzCV+Gnur4QbkeQb8uYeYSvw091fCDcjyDflzDzCV+Gnur4QbkeQb8uYeYSvw091fCDcjyDflzDzCV+Gnur4QbkeQb8uYeYSvw091fCDcjyDflzDzCV+Gnur4QbkeQb8uZiNvbr6NlnSxhRuqwXIBhoaDiP6ecVLimk95FmhPKwzKyyzEAE58zFUsGnuW5XnUpkg1c/IcTElKi6j6hlSqodpubBYUkrhQU4neTxJjQhBQWEUZTcnlkmHjQgAIACAAgAIACADN7R7MLOBaVRX1poGP0Pz+MVqtunrHiWKdbGkhWxN09DJxMOvMNTvooqFFR3n+aHUIbscvpG1p70scjRROQhAAQAEABAAQAEABAAQAEABAAQAEABAAQAEAES9rCJ8l5TfeGR4HVT3Ghhs470cDoS3XkyOzGyhPXn5CpGEGpNDQ1I0FR29kVKdu3rIs1K+NIm3loFACgADIAZAd0XEsaIqN5FQoBAAQAEAH/2Q=="/>
          <p:cNvSpPr>
            <a:spLocks noChangeAspect="1" noChangeArrowheads="1"/>
          </p:cNvSpPr>
          <p:nvPr/>
        </p:nvSpPr>
        <p:spPr bwMode="auto">
          <a:xfrm>
            <a:off x="176213" y="-1698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3319" name="AutoShape 15" descr="data:image/jpeg;base64,/9j/4AAQSkZJRgABAQAAAQABAAD/2wCEAAkGBxQSEhQUEhQWFhUVFhcXFxgWGBgXGxoYFxgWFxgXGBQYHCggIR0lHxgYITEiJykrLi4uFx8zODMtNygvLisBCgoKDg0OGxAQGywkICQsLCw0NCwvNCwsLCwsLCwsNCwsLCwsLCwsLCwsLCwsLCwsLCwtLCwsLCwsLCwsLCwsLP/AABEIAN8A4gMBEQACEQEDEQH/xAAcAAABBQEBAQAAAAAAAAAAAAAAAgMEBQYBBwj/xABHEAACAAMFBAUJBQYFAwUAAAABAgADEQQFEiExBkFRYRMicYHRBxQyUpGSobHBI0JTcvAVM2KCsuE0VHOTokNj8RY1g7PS/8QAGgEAAQUBAAAAAAAAAAAAAAAAAAECAwQFBv/EADgRAAIBAwEECAUEAgIDAQEAAAABAgMEESEFEjFRQWFxgZGhsdETIjLB8BQzUuFC8RVyI0Nikgb/2gAMAwEAAhEDEQA/APcYACAAgAIACAAgAIACAAgAiWy8El5MTWlaAZ0+UUrm/o273ZvXjhfmPMmpW86mq4FbOv4/cQDmxr8B4xk1duSf7cMdvsvctxsV/k/AhzL0mn71OwAf3ijPal1P/LHYl/vzJ42tJdBHa0OdXY/zGKruK0uM5eLJVTguCXgNkxG5N8WO0AQibXAUWs5hozDsJESKvVXCTXexrhF8Uh+XeU0aOe+h+cWIbRuocJvv19SOVvSf+JLk3649JQeyo8YvU9t1V9cU+zT3IJWMX9LwXVjtAmIGAIBrryyjetrhV6aqJNJ8/AoVabpy3WPRYIwgAIACAAgAIACAAgAIACAAgAIACAAgAIACAAgAIACACn2hkVVXG40PYdPj84wtt0cwjVXRo+x/36l6ynhuJRRzeTSCkJkQ7SAApAAQAFIACkAAFrkNYVJt4XEM4NhZ5WBVUbgBHeUaSpU4wXQsGFOW9Jy5jkSjQgAIACAAgAIACAAgAIACAAgAIACAAgAIAE4xWlRWlab6caQ3ejvbudRcPGRUOEETZgUEsaAb4ZUqRpxcpvCQsYuTwiNZ7ylu2FTmdMiPnFShtK3rTUIPV9TXqTTt6kI7zQ/apONGXiKeBixcUVWpSpvpRHTnuSUjIlaZGODaaeHxNvIUhAO0hACkABSDIBSAApABMuiTimrwXrezT40jR2VR+Lcx5LXw4eeCC5nu0316GmjszII9rtiy6YjrplXSKtzeUrfHxHxJadKVT6RVmtSzBVDWmu4juMOt7qlcLNN5/OQlSlKm8SQ9FgjEs4FKkCpoK8eENlKMcZeM6CpN8BUOECAAgAIACAAgAIACAAgAIAK29L0Evqrm/wAF7efKMraG0o0PkhrL07evq8eu3b2zqfNLh6lDKtLK+OtWrWp38jyjmoXNSFX4qfzevb1fiNKVOLjuY0NVZLSJihh3jgd4js7a4hcU1Uj/AKfIxqlN05brIN/yWKAg5Kcx9e76xmbbpTlSU4vSPFffu++SxZzipNPpKKU5UgjUGo7o5mFSVOSnHitTRklJYZrbPNDqGGhFf7R3dCtGtTVSPBr88DEnFwk4sz98SMMwnc3W8fjn3xye16HwrltcJa+/nr3mnaz3qfZoQoyywEABBkDsGQOQAEAF5cEmis3E0HYP7n4R0+wqOKcqr6XjuX9+hn3k8yUS1jeKRl7ztHSTCRoMh2Df3xxW0bn49dyXBaLsXT3vywbFvT3IJdI/cUli+IGgUZ867vr3Ra2LSnKtvp4S49eej7+HMjvJxUN18WaBmoKnQR1TaisvgZiWdEZa9Lb0rfwj0R9THHX967mplfSuHv3+S7zYt6Pw49ZMuu9qUWYctzHd28ucX9n7V3cU6706Hy7ffx5kFxa5+aHh7F9HRmaEABAAQAEABAAQAEAFZe95dGMKemf+I8YyNpbQ+Avh0/qfl/fLxfXctrff+aXD1M5HLNmodhAJl2Wwym/hPpD69oi7YXrtqmX9L4+/avPwK9eiqkes0+TDiCO4gx2XyzjzT80zI1izMW+y9G5G7VeyOIvrV21Zw6OK7P64efSbFGr8SOSwuG0aoe0fUfX2xrbDutXQfavuvv4lW8p8JokX5IxIG3qfgcj9PZFrbdDfoKouMX5PR/Z9xFaTxPHMoaRyRpBSEACaawqTk8JZDICCScXhrDDIUhACkAGpskrAirwGfbv+Md/aUfg0Y0+S8+nzMapPfm5DF7WjBLNNWyH1MVdq3XwKDxxlovu/DzwS21PfnrwRnUlkkADM5COPpwlOShFavQ1HJJZZqLHZxLQKO88TvMdzaW0bekqcf9vmY9Wo5y3mVV926v2a6D0jxPCMPa9/vP4EHouPby7unr05l20o4+eXcU8YReOQopa3PeWGiOeruPDkeXy+W3szaPw2qVR/L0Pl1dnp2cKVzbb3zx4+poI6YzAgAIACAAgAIAId6W4Sl/iPoj6nkIo394ranlfU+Hv2Int6PxZdRlmYkkk1JzJjj5Scm5SeWzZSSWEEMA6IQQ6IQQt7lttD0baH0eR4RubHv9x/AqPR8Op8u/o69OlFK6o5+dd5Y3nZOkTL0hmPDvjX2lZ/qaOF9S1Xt3+zKtCr8OXUZ6S5Vgw1B/QjjaVWVGoqkeKf4vszUlFSi0+k1AImJyYfAiO7ThcUecZLyaMfWEutGXmSypIOoNPZHA1ISpzcJcU8eBrqW8so5SGZFG13cTn2Dh8RG/KSsLeO4lvPjnx8uCKqXxJPPAOft50yiW4pxu7ZVEvmxlewkW4TwOUjmy2Sbuk4pijcDU92fhF7ZtH411CPQtX3a+uERV57tNs0kd0ZJnL1n45h4LkPqf1wjitq3Xx7h44R0X3fj5JGrb09yHaTLkslPtDvyXs3mNTYlnhfqJdOi7Ol9/R1dpXu6v8Agu8fva24Fwr6R+A4xb2rf/p4bkH878lz9v6I7ajvvL4IzpjkTVOEQoHDCiiTCil9cdvr9mxzHoniOHdHSbJvt5fBqPXo61y7V6dhnXdDHzx7y4jdKAQAEABAAmZMCgk5ACphs5xhFylwQsYuTwjI2y0mY5Y9w4DcI4q6uZXFRzfd1L88zcpU1TjuoZEVR4oQgh0QggqEEOw0DQ3VbcYwt6Q+I4x1+yr/APUQ+HN/OvNc/f8Asy7mjuPK4Mr76lKrggir1OGorlqQNafrfGVtqz+HU+NHhLj2/wB+vaWbWblHD6Ci2i2qnWGQplylerEYmJohIqKoBmCa7x8Yl2PfOMHR5ar7rx17y5Q2fTuqvzSxp0dPf/TIOyW0T21ZjTcPSK4rhFBhYdU07mHdFDa0H8b4n8vVaexYu7SNs4xhwx0l9SMspjajhuqO79AR0zo/rbWDbw+fXwZU3vhzYEZU4/Mxanu21s+UV+eLGrMpDtI48umN252hnWaZKSzzDLbCXYrTME0UEGoIyY07I3Njxcd6quz7v7GnY2lOtCTqRyuBK2M25tlomGVMEt1CEtMw4GXcD1eqSSRlQb+Eal5tCdGi+b0Xv3EN9sq2pR345WvDivf1NMjywyLMdUDNhBZgtTrhFd5pHN2Nt+orKnwXT2e74FKW9utxTeORprTPEpK8MgPkI7O6uadpR3n0aJc+S/OgyacHUlgzM6YWJY5kxxFWrOrNzm8tmvGKisIbhg45CinDCiiTCgCsQQRkRmDzh8ZOLTTw0K0msM1d3WvpUB36MOcdpZXSuKSn08H2/mpi16Xw54JUWyEIACABq1WcTFKtWh4GkQ16EK9N058GPp1HCW8jP2y53TNesvLUdo8I5q62TVpfND5l5+HT3eBp0ruE9HoyvjJLQoQ0Q6IQQ7CCChDRBaMRmpIPEajsh9OrKlNTg8NCNJrDPJr484sds6SY7PMDYlmOSekTShJ5VUjd7I6KFWF5Seenj1P81R0VBUq9DdisLhhdD/NT0Vujt1kND1JyZcVbnzVh8I5/MrWtrxi/H/aMT57atrxT8f8AaPO9jb1WzW8SXYBnLSXAzo4PVrTL0hTP1o3r2g69t8SKzj5l2f6L20Lu2nT3VNb3R09z5d56x0g417M45+na1qjxGD8NPExnNLpELHW21H4NKNPkU5S3nk6dR+t0VtpUalWhu09XlPtQ+lJKWorpB+qxzn6S4/hLwZZ348zybaRZ9otc5hZrTTEVU9BNoVTqghsNKGmL+aOmtbaVKhFdWX2v8wbVjtC2jTVNyw+tdPbwNvsNdHm9nxOKTJpxNXIhRkqmumVT2sYwto1/iVt1cI6d/T7Fa/uFVqYi8pfmTIbWWmba7RRJcwy1OCWMDAGpzapFOsaa7gI1rO3+BS+bi9X7dxoWfwaFLLmsvV6rw7jf7P2IyJEuU0wzCoqasWAJpVUBOSigAA7d8ZF7Wq1pZkmorRZ/OLMevVjVqucUln816ywimRiTCgchRThhRRJhwpJsl3vM0FB6x07uMXrWxrXGsVhc3w7ufd4kVWvCnx4l/d9gWUDQkk6ns5R01lYwtU8Ntvj/AK/O0zK1eVV6kyLxAEABAAQAEAEO2XckzMijcR9eMULrZ1G41axLmvvzJ6VxOnw4FJa7ueXmRVeI+o3RzV3s2tb6tZjzX3XR6dZoU7iFTTgyKIziY6IQQUIQBLjMd8amx/3pf9fuivX+kDKXgPYI6Mq5OiWOA9kAChAAQAEABAAQAEAFVeVpYzpNnUGkwvNmNuEqVhxLXizui09Vm5Rn/wDHp3Trvhp/+v6xntJPitR3UWtY0CISdR3xlbY/YX/ZejJ6H1Co5wtnDCiiTCijlnsrTDRRXnuHaYtW1rVuHims9fQu/wDGMnVjBZky6sdzqub9Y/D2b++OktNj0qXzVPmfl4dPf4IoVbuUtI6LzLKNgqBAAQAEABAAQAFYACAAgAzu1s+RZZLT5hw7lC0q7HRQvHXPtJ0jGvtl0Jpzj8r6uD7vuu80bH41aoqcdfsuZQ3Nfkm0isp+tTNGyYdq/UVEcxXtqlF/Mu/oNKtb1KT+Zd/QWYiuVxLajvjV2P8AvS/6/dEFf6RUdGVQgAIAGunXHgr1qFqchhB/qHtgAcgA47ACpNBzgAQtoUoHB6rAEHk1KHPtgA7InK4xKaipFeakqfiDAAuADsACd474ytsfsL/svRk1D6hZjmy2RrdbZclS81wijed/IDUnkIkp05VHuwWWPp05Te7FZZH2Q2hstsnPK6wZc0DUAmKNSKGtR6utM+NN+x2TTbzWeXyXDv5+naF/b17emp6Y6er85/0bxFAFAKAbhHSQhGCUYrCXIwm23lnYcIEABAAQAEABABGvKcUlMy6ilO8gV+MVL+tKjbynHj7vGe4moQU6iizLypzKaqxB30OvbxjjYVqlOW9CTT7ePbz7zXlCMlhosbPfTj0gG+B8PhGnR23WhpUSl5P28kVZ2cH9OhYyr2lkZkryI+VI16O17apxe6+vTz4eZVla1Fw1PC9t9onttpZmDKkuqypbZFVrmzLuZqAnuG6EqVfiPeXDoOx2dZxtqOFq3q3+dCM5PtnQjHUgj0cJoa7qEQkafxHuk13c07ek51OHLm+Rc7NeVSbLOG2L0qeulBMXtGjjTgeZirdbChNZovD5Pg/bz7jjFeNybktOroPULqviRalEyzzFmLvpqp4MpzU8iIo7Ot6tC5lGpHD3fuuHMkqTjKOUWEbpARLylzWllZLBHOjMKgd3636QAhiWLRjxkIFzUpiJBAJKslFNGoc+NBkIBdBNisk0TRMmYScLqcOuZl4TSlASEzFaAnImABFps9ommhKCSWIZSOsUKBSuh+9ibccx6vWA0HZlkmhVQTMYr1zMoDhyIoyjMgimeoJqa6gDDXfPwSVV0wpLRGQ1FWQocQYLX7lKZZFq1rkBlCxZJyyDLlMqPichz1lo0xnAprWhAOXHPQwBpkVNS1GYrBpYSoqgqTTEtTiIG7F7RwoQNC0gEGbTaEljHMZURQSzMQoA4knKMva0JToxjFZbkuHYyWi0nlnne1HlVRKpYVExtOlcEIPyJkW7TQdsR2ewpS+a4eOpce99Hn3CVLpLSBjZN+PajinOWmjWvD+EaAchGpK1jQWILCOj2Re061P4eEpLj19fvyJVntLSnWZLYq6EMrDUEaGGptPKNWcIzi4yWUz3/Z3aVZ9mSbMVpcwijoVYdYala/dOoPOmoMTT2nb045lLXktfT7nEXNjKnWcIarofV7jtovs/cWnNvAeMZVbbsnpSjjrfsvcWFkv8n4FZaLW7+kxPLQewZRk1rutW/ck31dHgtC3ClCH0ouNn55Ksp0WlOw1y+HxjoNiV5Tpypy4Rxjvzp3YKN7BKSkukto2ykEABAAidKDqVYVB1iOrSjVg4T4MdGTi8orZtxIfRZh25jx+MZFXYdKX0Sa817+ZbjezXFZIky5XGhVvgf13xQqbErx+hp+T/ADvJo3kHx0Ki0WqXLmGU8xFmChKF1xZ5jKsZlW1rUnicWvP0yi3CLnDfim1zwctl3ypwpNlq43YgDTsOo7ohhVnTeYNodCpOm8xeDGbQ+TCTP60ma8pgMlb7RPYaMO2p0jVtdtVKWk4qXk/byILzfuWnOXDwMFe/k9t1nqei6ZR96Scf/Cgf2AxuUNr2tXTe3X/9aefDzM2dvOPRktvI3KIt02oIIs7qaihB6STkQd+Ryi3WeYrBHTa3sdJ7LFYnCADgMAHYAGLTaMJQAVZ2wqO4sxPIAE+wb4AKtdoFlm0i1ASfNzixE1DyXJEp13liQVKipxDnSFwGC4lTAyhhoQCOwisIAuAAgAIAMD5Z0rYpWWlpQnkOjnCvxETUPqIqskks8zzW59kbZaqGVIfCfvv9mlOIZqVH5aw2vtC2ofXNZ5LV+X3wJClOXBG5uLyTYGV7TaDUZ4JIoOwzHFSN3oiMW529vJxpQ75ey9y9b0ZUpqonquRvbuuKzyP3UpQfWPWb3mqYxalzVq/XL28DQqXNWp9UvYdtl4ypX7yaifmYA+wmG06U5/SmxsKU5/Smy4l3RMOtF7T4VjTpbGupfUlHtftn1KcrumuGpKl3EPvOT2CnzrGhT2FFfuTb7Fj1yQyvn/iixslkWWCFGutTWNa2tKVumqa4lWpVlUeZD8WSMIAM5MvmYGamEgMaVG6uWhjmKm1riFSSWMZfFdfU0aqs6bis54DiX829AewkeMPjtyovqgn349xjsY9DJCX8u9GHYQfnSJ47dp/5Qfdh+xG7GXQx79tS6E9atNKa8uEWI7ZtXxbXd7ZI/wBHU6jwy+rnts6dMnTZDlpjFjho9K6AYScgKAdkVf11GbzvL0Oxt61vTpxpxksJY5FBelrtlkUCV5xKzqSBMUADiKUzPHnFmjTt67+fdfgZ22rqKpqNPDb6VrhLr6/TJ27vKfbpeTPLnD/uIK9lZZX41hauxLWfBOPY/fJzsbqouOprLn8q4mMFnWVgTvlOGHMlWC0HeYza3/8APyWtOa71j0z6Dp7QjTi5TWhsbqvyz2mZ9kftApJqhDBarXrUpSuHKvCDZ9ncW9R/E+nHPTOV0f0RxvLe4/b+rs1wXEa5IVW1TEWK1FWKstnmsCpoQQjEEEdkLHigRNu8UlSwPUT+kQjAat8wsk5JU5ZcxV9MgP0ZIqGZSaaCufbCoCJebFJ1lmk1SrynOgBnhOjf30VP/lgQFXtsmJLQR9ywWgOP9RpZlV/2ptO+FiKjS2H91L/In9IhrEFTrQiFQzAF2wqCaFmpWijeaAnugAo52L9qy+sxU2OacNeqCJsoYgOJqK9gh3+IvQW0m3B5mBFZgK4pg9AMDTAGPpNWvo1AwkEg5QmBBu97bJkqrz6YQ3VqpbrYWpQAGhpizihtCjWrUlClxzzxph/0NlWpUfnq8OzOpk788p8qTlLkTJhOhYrLX29Y/CKFHYFWX1zS7NX9l5hT2nSq53MvHcY+8/KvbHqJayZI3UBdh3ucP/GNOlsG3jrJuXkvLXzFldzfDQrru2ht1qmUeZPmq2XUDYQfyywF5acInq2lrRjmKimufHz1NHZF1ivu1NU+l9DXpy8C4k7O2lvRs8zvXB/VSKcruiuM16+h08rqiuM16+h7RshejpY5SWoFZqDAdGqq5I1QSK4aVzrUGLENsW0YpOTb7Gcle2ylXlKj9L19/MtHvxNyse2g+sRS27R/xjLy9yBWU+loYe/juQd5r9Iglt2X+NPz/okViumRHe/Jh0wjuP1MQS2zcvhuru/skVlT6y1s9vqik6lRXtpnG1QvN6lFy44We3BTnQxJpczLk1JjkZPLbNjoOiGiChDRDohBBQhogoGGiDNosUuZ+8lo/wCZVb5iHRqTh9La7GNcU+KK/wD9KWLMiyyVJy6iBP6KRYW0bpf+x97z6lera0aixKKHLvuCRZ5mOShUlSp6zMKEqfvE8BGps6+r16jhUeVjPBLpXIq/oaFB71NYfDi/uTLbaCiOyoZjKtQikYm4AVNOPsjZHGSt1ktJm3lKUNNS0WXEgLLWXNdWlLKzNB95taAAbzm9NaC6Eu8LfbTJMuRY5yN0RUTDMs1VYKAhC9KRQ51NctwMJhcwWDMG5bc3nGOyzKWqzos2k2R/iJYGCYPtRVSVqQfXYZ0FXacx2Ua+wm0fs7DPs5mTxLMsyi8v7SnVDGZiwgEUJNajOm6G6ZG6ZK+XJtUy7rZLnyHWe0uYAxaW5nVQhf3bHrAALSgGhGpAXTKDTJobqvCW0lSGACouLFVcJCiobFShG8boa0IYnam57bNtJnyJZm4XlPZ3DqmBUHWlmW7Cqs1GxDXDwIo5NYHJouJ0y0va0nmwzwos0ySwEyzYsTujVU9NoApzyOmUGmMZE6CPscbZZJJkTbHOdEY9EyzLPiwEk4WBnADPPI76boHh9ISxxNTed2S7SqpOUlQ2KlSMwCNR2mM3aNzUt6SlTeuceTGu3p1/lqLK4kQbI2KlDZ0Ya9er5/zkxhS2ndy/zfdp6EtKxt6WsI/f1Jtluizyv3UiSn5JaL8hEE7irP65t9rZbUIrgiXEQ4SYcOOGHAJMKOEmHIU4YUB9J9AByi7C4aikRunlkekVGsPBKdENEOiGsQUIQQUIaIKEIIdENEFCEEEvqO+NXY370v8Ar90QV/pIt4XdLnABwaj0WRmlutaVwzEIYVoKitDSOlTwVhdisaSVwSxQampLEk6szMSWPMkmEyAi9retnkzJzhistSxCipIHAfXQamFSyCHrNNxojUpiVWprSoBpXvhAEW2zdIuHG6dZWqhAPVYNQ4gQVNKEUzEAD4gAan2VHILojFTVSyhiDxBIyMAFPb9qEl+edRz5osstlTE0zEQFruFBVtMzwzXAuC9hBDsAHBqO+MnbP7C/7L0ZLR+oWY5stiTCoU4YchRJhUKcMOFEmFFEmHCiTCijglRYVFtZGuRy0LR2HBmHsJhtdYqyXJv1CDzFPqQkRCKdENYChCDRQhBDohoChCCCLRaUljFMdUHFiFHtMLCnOo8QTb6iOpUhBZm0l1kCxX7InzejlPjZVLEgGlAVGp11GkbuzLKtRm51FhNY6+KKDvaNaXw6by1qWcbIpXX7ey2WWHYYmd1ly0BALzH9FcRyG8knQAwqWQSM6L8Nrum2O4CzUl2lJiCvVIViBQ5+iV76wq4oXGGO35tJMssqzJJkmbMmS1apyQJLQNMGL1sIOW7XPQmASJN5bViXY5VrEp8ExpYYOKGWjE1cgajLKmuJeMIlqGNcGkVgRUGoOYI3jjCCGTvLbEJapcpV+xE/oJ007phU0RRuoSCWOXVYDSsOwLgrtoR/71/pWX/62gXQKugudrdqvNSUlyzNdVE2bTSXJLhC1NSSTQAaamg1RIRLJopUwMoZTVWAII3gioPshBCLel5y7OFeaSFLYagE0JBOYGdMjFHaFtUuKW7T45z5P3Gu5p2/zVHhcByxXnKnfupiPyBFe9dRHM1berS/ci1+c+Bco3FKr9EkySYjJzhhRRJhyFEmFQokwopww4USYUUvrLYaoh4qp9oEdPbWu9RhLml6GbUrYm11sq72TDOcc6+0A/WMbaMNy5muvPisly2lmlEiiKJMKEIIdENEId53zIsylp81EAFSCat3IKse4RLSt6tZ4hFv858Aaag540XSYy9PKxZ0qLPKmTTxb7JPjVv+IjVo7Cqy1qSUfN+3mUZ3kV9KyZxPKHbbRMw4klJQ9WUtDyq7En2UjThse2prLTk+v2X9mZf3tZUm4vHYdkSZ1oeih5rntY95Og5mLMp0qEMvEV4HOxhWuZ4WZPxN5shs1MszmZNYYmQrgGdKlTUtpXq6D2xRo7QhcVHTgtEs5/rvN6y2bO2/8k3q9MefHuNZFs0CuvK61tKvLtAVpJpRBUEmnpM2oINaAdtTWgXOAzgrZexNkUOFE0CZlMAtE8B9fTAfranXiYXeYuWOT9kLM6hJnTOg0R7RPZRQUBCmZSo3cIN5iZGL32ZRpeFVnzgzKGR7ZPC4a1LEM5BoQMvlSDeBMnXdJny5EmWkqUuFFUh5rt0dB6Iopx4dPTWtNRCPAEe8djbJPZnnSyzvTGwd0xEAgEqjAVAJGmkLvMVSaH5ezMgLNX7U9Ng6QmdNZj0fofaFsQpyMJkTJEvDYqzTgcTT8ZBXpOnmO4UggpimFhhNTVSKZmF3hU8F1dlhWRKlyUrhlqFGI1NBxP6ENEIO1F0G1ShLVgpDYwSKgkKwoaaelrnpFe5u1bRU2srOPX2K9zaO6huJ4fH88Tza9LmnWY/aIQK5OM1PCjDfy1ie3u6Nwvkeerp8DnK9nXtn8671w8SNaNsrZZgnRzcQqarMHSAimlT1h3EQ2ezLarxjjs0/ryNPZl5Xbacspc9S4uryuDIWqzkcWkmo/wBt6Ee8Yzq2wHxpT7n7r2RuQvP5I2dz7WWS1fuZy10wvVGrwo9K91Yya9jXo/XHw19C9SfxYuUE2lx6i6MVRwkw4USYUU4Ydr0Cm0lJhUDgAPZHeU4bkVFdCwYEnvNsodo5VHVvWFO8H+/wjndtU8VYz5rHh/s0rGWYOPIiWe7pr6KQOLZfOKNLZ9xV4Rx26f35E87inHiyxkXD679y+J8I06Ww+mrPw937FSd9/FeJ5T5R7ZPk22bJWa6ygEZFU4cmQVqRQnrYtTEsrKjRniMfHX1Oi2XGnVt1UaTlrnx9sGGtqYpbjeVPt1iem8SRcvafxLecF/F+hQXVdk60vgkS2mNvCjIc2Y5KOZIi/WrU6Md6o0l+eJwcISnpFHp2yvkw6NlmWuZUj/pS9Mx96Ycz2ADtMYF3tzPy0F3v7L38Cz/x8akcVeHI3NptdnsMvPDLXcqjrMeQ1J5nvMY8KVxeT6W+b4L27CWpVt7OnriK5Liyq2d2ke12plwhZaymIXUk4kFWbsJyHHfHQWmz4Wy3s5k/zQyqG0pXVZxxiKXfxXE1UXC+EABAA2k5SSAc1ND20B+ogAbNrXpRKzxYS/ICtBnzz04HlUATNtqrMWWa4mOVKbhUk8Nw515GgGB9JgOIA+iaHkaBqewg98AC4ACAAgAotrr0ezSpcyXSvShSCKgqUckfAacIirW0LiG5Pt7ypeXU7aCnDnjuwzty7RyLWMBorkUMt6GvHCTkw+PKOcutn1rZ7y1XNffl+alu02jRulu8Hyf25lJtV5O5NpFZLdA4qQKYpZrTVdRpuOXAxatNs1aWlRby8/Hp7/Ef/wAdSi3KmsN+B5RtDsxarGft5ZCbpi9aWf5xp2NQx0dte0bj9uWvJ6Pw9slapRnDihy4E+zJ4t8gP7wy5fz4Op2DDdt5S5y9Ev7NFdl52iWyrImupYhVWtVqTQdRqjfwijO3p1PqivzrNSrSpSTlNdZ79PuJT6LEduYgq7DpvWnJrt1Xv5nFwvZL6lkrp90zV3Yh/Dn8NYzKuyrmnwW8ur20fqW4XVOXTjtGrBIJnIpBGdSDlkM9O6IrOi5XMISWNc+Gv2H1ppUnJGtjtDEOUhMAdhQCADynyt3FNm2qRMkozl5RQ00BltUFmOQr0m87ozr6cKbUpPB0uxLmEKM4zeMPPj/orbn2EUUa0vi/gSoH8z6nup2mMKttJ8Ka737F2ttF8Ka737f7NbZLLKs8vDLVJUtQTQAKo4k/UmM2c51ZZk22+9mSlGK00Rgdq/KeqVl2EB2zBnMOoPyL97tOX5o2rPYspfNX0XLp7+Xr2FOrdpaQM01uaf8AaOxYuK1Jqezu4RuQpxprdisJHFXLqOrL4jyzVeTj/Ev/AKLf1y4SfAu7I/efZ90ejxEdEEAEK32NphQrMZMDYhTRjwcbxu7zvoQAmMLdszUzmDGhYrWjHAENRUDOgNQAa6UgFyFiujoyp6RmKp0dWqThqxHWJJrU66UAygBsRZLlwFD0rMZeQLipIPrNWpNN/wA4AyOiwzDNmOZhAbCAtWIGEEZUwkVqTqdeQoBkGu2YQAbQ+WGhAoaqa16pFa6ENUHhAGSygECADKeUf/DJ/rL/AETIfDiZe1v2F2r0Z5zXhEpzyeNUWlxeU15Uwy7SDNkg0Dj94oGVT6437jzOkZV3sWFRb1HR8uh+3p2HY2VzONOKq66d56bd94SbTKDyXWZLYUyz7VZTmDxBFY5ypSqUZ7s1ho1YyjNZRQXpsNZ3FZA6BuCjqZ/9vd/LTsMXaW0asfr+bt4+PuX7W7dCO5j5fAptndk56XhZlmJ1BND416yES6zKE7q4aZgaxsWlxTrTSi9eXSWru9pu1m4vXGMdOun3PdY2ziwgA5SEwB2FAIACACBfNpaWgKZEtStK0yJ+kZu1LmpQoqVPi3jyfsWbWnGpPEuRmnmFjViSeJzjk5zlOW9J5fWayiorCKi+9oZNlFHOJ6ZS19LtPAcz3ViShazrPThzLFG2nV4cOZ5Nt3f1otQBZismtOiX0a6qW9Y8zlpQCOl2dbUqLeF83Pp/or7Ys3ShGcW2uD7eh/bwMgDGqYBd3DatZZ7V+o+vtiOa6TK2jQ/9q7H9vbwNNdF5PZ5omS9RkQdGU6qeXgIiksmfb15UJ78f9o9Xue9Jdplh5Z5Mp1U8D474hawdTQrwrQ3oE6EJggASrg1AOhoeRoDQ9xB74BMioBRmzWgPip912Q9qmkA2Mk+A9AOGbLaFmKGU1BqO8EgjuIMA2MlJZQ9AOEzHCgliAAKknIADUkwCNpLLPMdr9oPOXwp+6Q9X+I6YyPgBz5xLGODm7+8+NLdj9K8+syF62ro0NPSbIfU93hE0VlkVlQ+LU14LV+xmTEp0BbbKW6dJnh5DlKZvTRgNFZTkf/NKRUvadOpT3aizy6uw0tlW8q1dLoWr9u9/c9iuHbGXOok2kqZpmeox/hY6HkfaY5a4sJ09YarzRt17GVPWOq8zS1ikiiXdx2x2YoxqApOeuoGvfHQ7Iu61So6c3lJZ148V0+5Qu6MIx3ksPJdR0BnhAAQAEABAA1aZAdSraH9VERV6MK0HCfBj4TcJbyK6y3IqmrnFwGntjKt9jU4S3qj3uS6O/n6FqpeyksRWDwja652slrmymqRixoxqSyNUqSTqdQTxUxNOG5LdOvsbhV6EZrsfavzJSzpQZSp0IpDYycXlE9alGrTdOfBmWtEkoxU7viNxjUhJSWUcHcW86FR058V5rmEtyCCDQjMGHFdpSWHwNPd9tE1a/eHpD69kQyjg526tnRljofAuLqvOZZ3DyjQ7wdGHBhvEMayMoXE6Et6H+z0e5dqJNoABIlzN6saVP8LaH58oicWjo7e+pVlxw+T+3Mf2hvpLNKLVBc5IvE8SPVH9t8Ilkfd3MbeG8+PQiv2BnM8iazElmnsSTvJSXCy4lbZc5TpSlJ5bk/RGmENNMy2xFu6Q2kcZpmDsmV//AD8YdJGZs6spuov/AKb8f9GpENNMwGyF/rLmTJc1gJbkurHQNv7iPiBxh7joYNhexjUlCb0bbRpLbtXZZYr0mM8EGInv0+MIos0ql/bwX1Z7NTDbQ7TTLV1fQlVyQHXgWO/s0+cSRjgxLu/nX+VaR9e0z0+cEUsxoBD0slOnTlUkox4mXttqMxix7hwETJYOjoUVRhuojQpMk3ojSXbZOjSh9I5t4d0Ztapvy6juNm2f6Wjh/U9X7d3uTJcsuwVQWZiFUDUkmgA7SYiRelJRWXwR9A3VswJVlkysR6REAZqk1bU67qkgcBSHXGyqVWOVpLnz7V+M4qpfylWlPGjfAt7usAlDLNjqfoOUWLKxhbRwtW+L/Ogq167qvqJcXSAIACAAgAIACAAgA818sq2ZpUstMUWpD1EGbNLY9YMBoMqgnepA1MVbndx1m/sJ1lN4XyPi+hNHkkUjqCjvq1S2oFzYfeGlOFd8XbeE46vgcttm6t62Iw1kulcMcuv7c+grAYtGCPSJxRgymhH6oeUDWRlSnGpHdktDTXfbOlWtCCNeHcd8Qyjg5+5t3RljOfXvRLBhpVOiACbYr1nSQRKmMgJqQDlXIVp3CGuKZNSuatJYhLCJq7U2sf8AWPeqH5rCbqJ1tK5X+XkvYh3Zes2zkmU2EsKHIHLXQiFayQW9zUoNuD4kq2bTWmYpRppwnIgKq1HCqitIFFE1TaFxOO634FRWHFISTAKNz5uFSxqacBU+yFSySU4OclFdPMzFvtxmmpyUaD69sTJYOht7aNCOFx6WRCYUsEi7Z6I4Lg8jwPGkRVoylHES/s2vRo11OquzqfPHT9uXLSpMDCoIIO8RnNNPDO2hUjOKlF5T5Gz8la2bzwPaJiq6j7BWyDO1RXEcqgZAHUtlmImt93eyzL2w63wN2msp8ccvzi+o9zjQOOCAAgAIACAAgAIAKbaW0vKWXNlnNXoRuIYbx2gRBXlKKUkTUYqTaZi9ttvp8tFWzy+jxDrTjRsJ9VBoD/E3cN8Qyum18uhrbO2dRqybqSzjo9/6PIbwvEAl5rlnY1JJLOx41OZPMxBGEpvQ369zRtYfNpyS+y/EU9ua0zMuhmqvAI+faaRcp06cNc6nMXu0a9x8qW7HkuntfT6EMXfO/Bm/7b+ETb8eZm7r5C5d2ziaCTNr+RvqIN+PMRppZaLqw7OuM5iMT6oU07zTP9awx1V0Mza9xWelOLXXgt1sjjRG90+ER7y5mW6FZvLi/BihZn9RvdPhBvLmJ+nq/wAX4M75s/qN7p8IN5cxP09X+L8Gd82f1G90+EG8uYfp6v8AF+DDzZ/Ub3TBvLmH6er/ABfgw82f1G90wby5h+nq/wAX4MPNn9RvdMG8uYfp6v8AF+DOebP6je6fCDeXMP09X+L8Gc82f1G90+EG8uYv6er/ABfgznmz+o3unwg3lzF/T1f4vwZX264S+YRlbiFND2iHqol0l2hVuKeji2ux+RQ2i6Z6GhlTDzCMQe8CHqcX0mtTe+spPvQybvnfgzf9t/CF348yTdfIdssm0yzVZU3mDLeh7RSGTVOa1LNrc17aWafh0Mt7PbgxwOpR96OKHjlWKU6LjqtUdVZ7TpXHy/TLk/tz9T0jYLbm1SnWQ4a0SuZ68teIc6qPVbkARpDqdw46PVFTaWzqDi6ie6/J93PrXeej3Rej2m0erLRSQvM0UFjvOZ5fOJqVV1J9SOdqU1CHWaOLRXCAAgAIACACt2jk4rNMHAYvdIY/AGIq6zTZJReJo89mSwwKsAQciDmCOYjLNGMnF5XEwto2Cw22TNlsWk9IGdWNWXDVgAT6SkgLxFd+sWo3H/jcekgqQlOpvyee03tYqkwVgAKwAJdwASTQDUnIe2AClvm8pku02SUtME1mxcTSgpXcBirxNBD4pNNiNlubQodULDGwJC1zIFKmnDOG40yLkpdjrzmWiVNeaesJxAAyCjBL6oHCtfbD6iSegieSyvmc6SJryz11lsy5VzUE6d0NjqxWV92X7LSzSXtE1Q7IDmas1MsWECu7PKlYVxbegiehcyZwdQykMrAEEGoIOhBhrWBSutyGW4mPaXVDMlgSwqkEkFAlcNaMTU8KHtDlqsYEJNvvOVIp0sxUrpU5mmtAM4aot8Bcj9mtCzFDIwZToVNR7YGsBkSlsQu0sOpdRVlDDEBlquu8e0QYfEMlbd1vd7ZapbHqShKwCmmJcRJO8mvwEOaW6mJnUkXdfkiezJKmBmXUUIqAaVWozHMcRxhHFriGSxrDRQrABi9r9j2tlqlTFYImArNbeMBquFdSxDEcBh9tmlWUINEFSk5STRqLsu5LPLEuWDQakmrMeLNvMV28vJZlUnPG828czb7EyerNfiQvsFT/AFCLlotGylcvVI00XCsEABAAl60NKE7qmgrzNDAwMneO0NoRihRZZHIse0GtCO6KNS4qReMYLcKMGs5yVFovac4IaY1DqB1QRwIWkQSqzlxZMqcVwRCiMeEABABCvu2mRZ5s0CpRCVB0xaLXlUiHRWXgRlXtTa1axMUnhcSggqR9pxQUzzFdO/KsOgvm4CPgYi37Qzp0tpcwqVYIKAEUKGoYGup31r3UETKKWqG5HbZtROmvKdhLxSWLLRW1NK4utmMhwhFBIN4sLkvh7TeFneYqBgHWqAio6NyA1WNaHTthJRSixU8su9iUYS7UFoCJ8wKSKgEADMb6ZZQypxQsTOWjaS1yQ9nmFCQXVmYFm6xNaNWm/LLSkP3IvVDcvgVMm8MMtpfQyTiFC7IWmciHLZEbqCmUOwJk9G2LllbFJrvxnuLsR8PnEFT6iSPAym0lpmm0TcUtyZbB5LEkKkuWwq4SmFg2VW5gcoljjA1lfeW0U2cyO6yw6eiyqa0OoKsxUjtEKopCN5FXXtLNs8sy5SygCSSSrEljlX0qVyG6mUDgnxBSwObPWxjaJHRpWcZj42LEiYr5sXG4qKmo+cElo8giwv8AvaZZbdaDLCnpFlhsYJyEtRlQjnDYxTisit4ZQzL2bEjpLlSXQ1DSVKcqEYiD7Ifgbk9Tuma7yZbTaB2QMwAoBXOlKncRFaWM6EiJcIKEABABIstumS/QdlGtAcq8cOkPjOUeDGyhGXFFnZtprQCB1XJyzXM8hhpEsbmp2kToQ7DX2GZMZAZiBGO4Gvty15Zxfg5NfMsFSSSehIhw0IAIt43ek5cLjsI1B4gwydOM1hjoTcXlGHva6HkHrZqdGGh5HgeUZ1SlKD14F6nUUyviIkAQAEAEa8rGJ0p5TGgdSKjdwPcaGFTw8gzBythJ+OjPLCVzYEk05LTXkTE3xEM3TaJcVmCheglEDiik1pSpNMzlrEW/LmOwg/YNl/y8r3F8IN+XMMIYsF0LLnu/RSFQBeiKJRwSCHxHv3cYVy0DAi9rJaVTDYjKQGpYEEPiYksyuSVzJ3jLjCpxf1A89A1cmzEqXKAnok2axLOzDFmdwLZ057ySd8EptvQEif8AsGy/5eV7i+EN35cwwidKlqqhVAVVAAAyAA0AEJnIp2YgYFWAKkEEHMEHIgg7oQCFLuWzKarIlA5/cXeKHdwh28+YmEJ/YNl/y8r3F8IN+XMMIVZbnkSprTZcsK7ChpkKami6CtBpA5NrAYHLXdkmacUyVLdqUqygmnCp3Qik1wFwV8jZ+X0kzHJs5lHD0YEsYhl1sR01/Qh++8aCYLuIxQgAIACAB+x2R5rBUFT8AOJO4Q6MHJ4Q2UlFZZtrmuRJAqetM3tw5KN3br8o0aVFQ16SlUqufYWsTEQQAEABAAibLDAqwBByIOYMI0msMVPGqMhfezpl1eVVk1K6lfEfH5xRq27jrHgW6dZPSRjbWpU5E0OmZ9kV0WCbs1YGtFoVCThHWfM+iN3eaDviWlDflgjqT3Y5PT/MJX4ae6vhGhuR5FHflzDzCV+Gnur4QbkeQb8uYeYSvw091fCDcjyDflzDzCV+Gnur4QbkeQb8uYeYSvw091fCDcjyDflzDzCV+Gnur4QbkeQb8uYeYSvw091fCDcjyDflzDzCV+Gnur4QbkeQb8uYeYSvw091fCDcjyDflzDzCV+Gnur4QbkeQb8uYeYSvw091fCDcjyDflzDzCV+Gnur4QbkeQb8uYeYSvw091fCDcjyDflzDzCV+Gnur4QbkeQb8uYeYSvw091fCDcjyDflzDzCV+Gnur4QbkeQb8uZiNvbr6NlnSxhRuqwXIBhoaDiP6ecVLimk95FmhPKwzKyyzEAE58zFUsGnuW5XnUpkg1c/IcTElKi6j6hlSqodpubBYUkrhQU4neTxJjQhBQWEUZTcnlkmHjQgAIACAAgAIACADN7R7MLOBaVRX1poGP0Pz+MVqtunrHiWKdbGkhWxN09DJxMOvMNTvooqFFR3n+aHUIbscvpG1p70scjRROQhAAQAEABAAQAEABAAQAEABAAQAEABAAQAEAES9rCJ8l5TfeGR4HVT3Ghhs470cDoS3XkyOzGyhPXn5CpGEGpNDQ1I0FR29kVKdu3rIs1K+NIm3loFACgADIAZAd0XEsaIqN5FQoBAAQAEAH/2Q=="/>
          <p:cNvSpPr>
            <a:spLocks noChangeAspect="1" noChangeArrowheads="1"/>
          </p:cNvSpPr>
          <p:nvPr/>
        </p:nvSpPr>
        <p:spPr bwMode="auto">
          <a:xfrm>
            <a:off x="176213" y="-1698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3320" name="AutoShape 17" descr="data:image/jpeg;base64,/9j/4AAQSkZJRgABAQAAAQABAAD/2wCEAAkGBxQSEhQUEhQWFhUVFhcXFxgWGBgXGxoYFxgWFxgXGBQYHCggIR0lHxgYITEiJykrLi4uFx8zODMtNygvLisBCgoKDg0OGxAQGywkICQsLCw0NCwvNCwsLCwsLCwsNCwsLCwsLCwsLCwsLCwsLCwsLCwtLCwsLCwsLCwsLCwsLP/AABEIAN8A4gMBEQACEQEDEQH/xAAcAAABBQEBAQAAAAAAAAAAAAAAAgMEBQYBBwj/xABHEAACAAMFBAUJBQYFAwUAAAABAgADEQQFEiExBkFRYRMicYHRBxQyUpGSobHBI0JTcvAVM2KCsuE0VHOTokNj8RY1g7PS/8QAGgEAAQUBAAAAAAAAAAAAAAAAAAECAwQFBv/EADgRAAIBAwEECAUEAgIDAQEAAAABAgMEESEFEjFRQWFxgZGhsdETIjLB8BQzUuFC8RVyI0Nikgb/2gAMAwEAAhEDEQA/APcYACAAgAIACAAgAIACAAgAiWy8El5MTWlaAZ0+UUrm/o273ZvXjhfmPMmpW86mq4FbOv4/cQDmxr8B4xk1duSf7cMdvsvctxsV/k/AhzL0mn71OwAf3ijPal1P/LHYl/vzJ42tJdBHa0OdXY/zGKruK0uM5eLJVTguCXgNkxG5N8WO0AQibXAUWs5hozDsJESKvVXCTXexrhF8Uh+XeU0aOe+h+cWIbRuocJvv19SOVvSf+JLk3649JQeyo8YvU9t1V9cU+zT3IJWMX9LwXVjtAmIGAIBrryyjetrhV6aqJNJ8/AoVabpy3WPRYIwgAIACAAgAIACAAgAIACAAgAIACAAgAIACAAgAIACACn2hkVVXG40PYdPj84wtt0cwjVXRo+x/36l6ynhuJRRzeTSCkJkQ7SAApAAQAFIACkAAFrkNYVJt4XEM4NhZ5WBVUbgBHeUaSpU4wXQsGFOW9Jy5jkSjQgAIACAAgAIACAAgAIACAAgAIACAAgAIAE4xWlRWlab6caQ3ejvbudRcPGRUOEETZgUEsaAb4ZUqRpxcpvCQsYuTwiNZ7ylu2FTmdMiPnFShtK3rTUIPV9TXqTTt6kI7zQ/apONGXiKeBixcUVWpSpvpRHTnuSUjIlaZGODaaeHxNvIUhAO0hACkABSDIBSAApABMuiTimrwXrezT40jR2VR+Lcx5LXw4eeCC5nu0316GmjszII9rtiy6YjrplXSKtzeUrfHxHxJadKVT6RVmtSzBVDWmu4juMOt7qlcLNN5/OQlSlKm8SQ9FgjEs4FKkCpoK8eENlKMcZeM6CpN8BUOECAAgAIACAAgAIACAAgAIAK29L0Evqrm/wAF7efKMraG0o0PkhrL07evq8eu3b2zqfNLh6lDKtLK+OtWrWp38jyjmoXNSFX4qfzevb1fiNKVOLjuY0NVZLSJihh3jgd4js7a4hcU1Uj/AKfIxqlN05brIN/yWKAg5Kcx9e76xmbbpTlSU4vSPFffu++SxZzipNPpKKU5UgjUGo7o5mFSVOSnHitTRklJYZrbPNDqGGhFf7R3dCtGtTVSPBr88DEnFwk4sz98SMMwnc3W8fjn3xye16HwrltcJa+/nr3mnaz3qfZoQoyywEABBkDsGQOQAEAF5cEmis3E0HYP7n4R0+wqOKcqr6XjuX9+hn3k8yUS1jeKRl7ztHSTCRoMh2Df3xxW0bn49dyXBaLsXT3vywbFvT3IJdI/cUli+IGgUZ867vr3Ra2LSnKtvp4S49eej7+HMjvJxUN18WaBmoKnQR1TaisvgZiWdEZa9Lb0rfwj0R9THHX967mplfSuHv3+S7zYt6Pw49ZMuu9qUWYctzHd28ucX9n7V3cU6706Hy7ffx5kFxa5+aHh7F9HRmaEABAAQAEABAAQAEAFZe95dGMKemf+I8YyNpbQ+Avh0/qfl/fLxfXctrff+aXD1M5HLNmodhAJl2Wwym/hPpD69oi7YXrtqmX9L4+/avPwK9eiqkes0+TDiCO4gx2XyzjzT80zI1izMW+y9G5G7VeyOIvrV21Zw6OK7P64efSbFGr8SOSwuG0aoe0fUfX2xrbDutXQfavuvv4lW8p8JokX5IxIG3qfgcj9PZFrbdDfoKouMX5PR/Z9xFaTxPHMoaRyRpBSEACaawqTk8JZDICCScXhrDDIUhACkAGpskrAirwGfbv+Md/aUfg0Y0+S8+nzMapPfm5DF7WjBLNNWyH1MVdq3XwKDxxlovu/DzwS21PfnrwRnUlkkADM5COPpwlOShFavQ1HJJZZqLHZxLQKO88TvMdzaW0bekqcf9vmY9Wo5y3mVV926v2a6D0jxPCMPa9/vP4EHouPby7unr05l20o4+eXcU8YReOQopa3PeWGiOeruPDkeXy+W3szaPw2qVR/L0Pl1dnp2cKVzbb3zx4+poI6YzAgAIACAAgAIAId6W4Sl/iPoj6nkIo394ranlfU+Hv2Int6PxZdRlmYkkk1JzJjj5Scm5SeWzZSSWEEMA6IQQ6IQQt7lttD0baH0eR4RubHv9x/AqPR8Op8u/o69OlFK6o5+dd5Y3nZOkTL0hmPDvjX2lZ/qaOF9S1Xt3+zKtCr8OXUZ6S5Vgw1B/QjjaVWVGoqkeKf4vszUlFSi0+k1AImJyYfAiO7ThcUecZLyaMfWEutGXmSypIOoNPZHA1ISpzcJcU8eBrqW8so5SGZFG13cTn2Dh8RG/KSsLeO4lvPjnx8uCKqXxJPPAOft50yiW4pxu7ZVEvmxlewkW4TwOUjmy2Sbuk4pijcDU92fhF7ZtH411CPQtX3a+uERV57tNs0kd0ZJnL1n45h4LkPqf1wjitq3Xx7h44R0X3fj5JGrb09yHaTLkslPtDvyXs3mNTYlnhfqJdOi7Ol9/R1dpXu6v8Agu8fva24Fwr6R+A4xb2rf/p4bkH878lz9v6I7ajvvL4IzpjkTVOEQoHDCiiTCil9cdvr9mxzHoniOHdHSbJvt5fBqPXo61y7V6dhnXdDHzx7y4jdKAQAEABAAmZMCgk5ACphs5xhFylwQsYuTwjI2y0mY5Y9w4DcI4q6uZXFRzfd1L88zcpU1TjuoZEVR4oQgh0QggqEEOw0DQ3VbcYwt6Q+I4x1+yr/APUQ+HN/OvNc/f8Asy7mjuPK4Mr76lKrggir1OGorlqQNafrfGVtqz+HU+NHhLj2/wB+vaWbWblHD6Ci2i2qnWGQplylerEYmJohIqKoBmCa7x8Yl2PfOMHR5ar7rx17y5Q2fTuqvzSxp0dPf/TIOyW0T21ZjTcPSK4rhFBhYdU07mHdFDa0H8b4n8vVaexYu7SNs4xhwx0l9SMspjajhuqO79AR0zo/rbWDbw+fXwZU3vhzYEZU4/Mxanu21s+UV+eLGrMpDtI48umN252hnWaZKSzzDLbCXYrTME0UEGoIyY07I3Njxcd6quz7v7GnY2lOtCTqRyuBK2M25tlomGVMEt1CEtMw4GXcD1eqSSRlQb+Eal5tCdGi+b0Xv3EN9sq2pR345WvDivf1NMjywyLMdUDNhBZgtTrhFd5pHN2Nt+orKnwXT2e74FKW9utxTeORprTPEpK8MgPkI7O6uadpR3n0aJc+S/OgyacHUlgzM6YWJY5kxxFWrOrNzm8tmvGKisIbhg45CinDCiiTCgCsQQRkRmDzh8ZOLTTw0K0msM1d3WvpUB36MOcdpZXSuKSn08H2/mpi16Xw54JUWyEIACABq1WcTFKtWh4GkQ16EK9N058GPp1HCW8jP2y53TNesvLUdo8I5q62TVpfND5l5+HT3eBp0ruE9HoyvjJLQoQ0Q6IQQ7CCChDRBaMRmpIPEajsh9OrKlNTg8NCNJrDPJr484sds6SY7PMDYlmOSekTShJ5VUjd7I6KFWF5Seenj1P81R0VBUq9DdisLhhdD/NT0Vujt1kND1JyZcVbnzVh8I5/MrWtrxi/H/aMT57atrxT8f8AaPO9jb1WzW8SXYBnLSXAzo4PVrTL0hTP1o3r2g69t8SKzj5l2f6L20Lu2nT3VNb3R09z5d56x0g417M45+na1qjxGD8NPExnNLpELHW21H4NKNPkU5S3nk6dR+t0VtpUalWhu09XlPtQ+lJKWorpB+qxzn6S4/hLwZZ348zybaRZ9otc5hZrTTEVU9BNoVTqghsNKGmL+aOmtbaVKhFdWX2v8wbVjtC2jTVNyw+tdPbwNvsNdHm9nxOKTJpxNXIhRkqmumVT2sYwto1/iVt1cI6d/T7Fa/uFVqYi8pfmTIbWWmba7RRJcwy1OCWMDAGpzapFOsaa7gI1rO3+BS+bi9X7dxoWfwaFLLmsvV6rw7jf7P2IyJEuU0wzCoqasWAJpVUBOSigAA7d8ZF7Wq1pZkmorRZ/OLMevVjVqucUln816ywimRiTCgchRThhRRJhwpJsl3vM0FB6x07uMXrWxrXGsVhc3w7ufd4kVWvCnx4l/d9gWUDQkk6ns5R01lYwtU8Ntvj/AK/O0zK1eVV6kyLxAEABAAQAEAEO2XckzMijcR9eMULrZ1G41axLmvvzJ6VxOnw4FJa7ueXmRVeI+o3RzV3s2tb6tZjzX3XR6dZoU7iFTTgyKIziY6IQQUIQBLjMd8amx/3pf9fuivX+kDKXgPYI6Mq5OiWOA9kAChAAQAEABAAQAEAFVeVpYzpNnUGkwvNmNuEqVhxLXizui09Vm5Rn/wDHp3Trvhp/+v6xntJPitR3UWtY0CISdR3xlbY/YX/ZejJ6H1Co5wtnDCiiTCijlnsrTDRRXnuHaYtW1rVuHims9fQu/wDGMnVjBZky6sdzqub9Y/D2b++OktNj0qXzVPmfl4dPf4IoVbuUtI6LzLKNgqBAAQAEABAAQAFYACAAgAzu1s+RZZLT5hw7lC0q7HRQvHXPtJ0jGvtl0Jpzj8r6uD7vuu80bH41aoqcdfsuZQ3Nfkm0isp+tTNGyYdq/UVEcxXtqlF/Mu/oNKtb1KT+Zd/QWYiuVxLajvjV2P8AvS/6/dEFf6RUdGVQgAIAGunXHgr1qFqchhB/qHtgAcgA47ACpNBzgAQtoUoHB6rAEHk1KHPtgA7InK4xKaipFeakqfiDAAuADsACd474ytsfsL/svRk1D6hZjmy2RrdbZclS81wijed/IDUnkIkp05VHuwWWPp05Te7FZZH2Q2hstsnPK6wZc0DUAmKNSKGtR6utM+NN+x2TTbzWeXyXDv5+naF/b17emp6Y6er85/0bxFAFAKAbhHSQhGCUYrCXIwm23lnYcIEABAAQAEABABGvKcUlMy6ilO8gV+MVL+tKjbynHj7vGe4moQU6iizLypzKaqxB30OvbxjjYVqlOW9CTT7ePbz7zXlCMlhosbPfTj0gG+B8PhGnR23WhpUSl5P28kVZ2cH9OhYyr2lkZkryI+VI16O17apxe6+vTz4eZVla1Fw1PC9t9onttpZmDKkuqypbZFVrmzLuZqAnuG6EqVfiPeXDoOx2dZxtqOFq3q3+dCM5PtnQjHUgj0cJoa7qEQkafxHuk13c07ek51OHLm+Rc7NeVSbLOG2L0qeulBMXtGjjTgeZirdbChNZovD5Pg/bz7jjFeNybktOroPULqviRalEyzzFmLvpqp4MpzU8iIo7Ot6tC5lGpHD3fuuHMkqTjKOUWEbpARLylzWllZLBHOjMKgd3636QAhiWLRjxkIFzUpiJBAJKslFNGoc+NBkIBdBNisk0TRMmYScLqcOuZl4TSlASEzFaAnImABFps9ommhKCSWIZSOsUKBSuh+9ibccx6vWA0HZlkmhVQTMYr1zMoDhyIoyjMgimeoJqa6gDDXfPwSVV0wpLRGQ1FWQocQYLX7lKZZFq1rkBlCxZJyyDLlMqPichz1lo0xnAprWhAOXHPQwBpkVNS1GYrBpYSoqgqTTEtTiIG7F7RwoQNC0gEGbTaEljHMZURQSzMQoA4knKMva0JToxjFZbkuHYyWi0nlnne1HlVRKpYVExtOlcEIPyJkW7TQdsR2ewpS+a4eOpce99Hn3CVLpLSBjZN+PajinOWmjWvD+EaAchGpK1jQWILCOj2Re061P4eEpLj19fvyJVntLSnWZLYq6EMrDUEaGGptPKNWcIzi4yWUz3/Z3aVZ9mSbMVpcwijoVYdYala/dOoPOmoMTT2nb045lLXktfT7nEXNjKnWcIarofV7jtovs/cWnNvAeMZVbbsnpSjjrfsvcWFkv8n4FZaLW7+kxPLQewZRk1rutW/ck31dHgtC3ClCH0ouNn55Ksp0WlOw1y+HxjoNiV5Tpypy4Rxjvzp3YKN7BKSkukto2ykEABAAidKDqVYVB1iOrSjVg4T4MdGTi8orZtxIfRZh25jx+MZFXYdKX0Sa817+ZbjezXFZIky5XGhVvgf13xQqbErx+hp+T/ADvJo3kHx0Ki0WqXLmGU8xFmChKF1xZ5jKsZlW1rUnicWvP0yi3CLnDfim1zwctl3ypwpNlq43YgDTsOo7ohhVnTeYNodCpOm8xeDGbQ+TCTP60ma8pgMlb7RPYaMO2p0jVtdtVKWk4qXk/byILzfuWnOXDwMFe/k9t1nqei6ZR96Scf/Cgf2AxuUNr2tXTe3X/9aefDzM2dvOPRktvI3KIt02oIIs7qaihB6STkQd+Ryi3WeYrBHTa3sdJ7LFYnCADgMAHYAGLTaMJQAVZ2wqO4sxPIAE+wb4AKtdoFlm0i1ASfNzixE1DyXJEp13liQVKipxDnSFwGC4lTAyhhoQCOwisIAuAAgAIAMD5Z0rYpWWlpQnkOjnCvxETUPqIqskks8zzW59kbZaqGVIfCfvv9mlOIZqVH5aw2vtC2ofXNZ5LV+X3wJClOXBG5uLyTYGV7TaDUZ4JIoOwzHFSN3oiMW529vJxpQ75ey9y9b0ZUpqonquRvbuuKzyP3UpQfWPWb3mqYxalzVq/XL28DQqXNWp9UvYdtl4ypX7yaifmYA+wmG06U5/SmxsKU5/Smy4l3RMOtF7T4VjTpbGupfUlHtftn1KcrumuGpKl3EPvOT2CnzrGhT2FFfuTb7Fj1yQyvn/iixslkWWCFGutTWNa2tKVumqa4lWpVlUeZD8WSMIAM5MvmYGamEgMaVG6uWhjmKm1riFSSWMZfFdfU0aqs6bis54DiX829AewkeMPjtyovqgn349xjsY9DJCX8u9GHYQfnSJ47dp/5Qfdh+xG7GXQx79tS6E9atNKa8uEWI7ZtXxbXd7ZI/wBHU6jwy+rnts6dMnTZDlpjFjho9K6AYScgKAdkVf11GbzvL0Oxt61vTpxpxksJY5FBelrtlkUCV5xKzqSBMUADiKUzPHnFmjTt67+fdfgZ22rqKpqNPDb6VrhLr6/TJ27vKfbpeTPLnD/uIK9lZZX41hauxLWfBOPY/fJzsbqouOprLn8q4mMFnWVgTvlOGHMlWC0HeYza3/8APyWtOa71j0z6Dp7QjTi5TWhsbqvyz2mZ9kftApJqhDBarXrUpSuHKvCDZ9ncW9R/E+nHPTOV0f0RxvLe4/b+rs1wXEa5IVW1TEWK1FWKstnmsCpoQQjEEEdkLHigRNu8UlSwPUT+kQjAat8wsk5JU5ZcxV9MgP0ZIqGZSaaCufbCoCJebFJ1lmk1SrynOgBnhOjf30VP/lgQFXtsmJLQR9ywWgOP9RpZlV/2ptO+FiKjS2H91L/In9IhrEFTrQiFQzAF2wqCaFmpWijeaAnugAo52L9qy+sxU2OacNeqCJsoYgOJqK9gh3+IvQW0m3B5mBFZgK4pg9AMDTAGPpNWvo1AwkEg5QmBBu97bJkqrz6YQ3VqpbrYWpQAGhpizihtCjWrUlClxzzxph/0NlWpUfnq8OzOpk788p8qTlLkTJhOhYrLX29Y/CKFHYFWX1zS7NX9l5hT2nSq53MvHcY+8/KvbHqJayZI3UBdh3ucP/GNOlsG3jrJuXkvLXzFldzfDQrru2ht1qmUeZPmq2XUDYQfyywF5acInq2lrRjmKimufHz1NHZF1ivu1NU+l9DXpy8C4k7O2lvRs8zvXB/VSKcruiuM16+h08rqiuM16+h7RshejpY5SWoFZqDAdGqq5I1QSK4aVzrUGLENsW0YpOTb7Gcle2ylXlKj9L19/MtHvxNyse2g+sRS27R/xjLy9yBWU+loYe/juQd5r9Iglt2X+NPz/okViumRHe/Jh0wjuP1MQS2zcvhuru/skVlT6y1s9vqik6lRXtpnG1QvN6lFy44We3BTnQxJpczLk1JjkZPLbNjoOiGiChDRDohBBQhogoGGiDNosUuZ+8lo/wCZVb5iHRqTh9La7GNcU+KK/wD9KWLMiyyVJy6iBP6KRYW0bpf+x97z6lera0aixKKHLvuCRZ5mOShUlSp6zMKEqfvE8BGps6+r16jhUeVjPBLpXIq/oaFB71NYfDi/uTLbaCiOyoZjKtQikYm4AVNOPsjZHGSt1ktJm3lKUNNS0WXEgLLWXNdWlLKzNB95taAAbzm9NaC6Eu8LfbTJMuRY5yN0RUTDMs1VYKAhC9KRQ51NctwMJhcwWDMG5bc3nGOyzKWqzos2k2R/iJYGCYPtRVSVqQfXYZ0FXacx2Ua+wm0fs7DPs5mTxLMsyi8v7SnVDGZiwgEUJNajOm6G6ZG6ZK+XJtUy7rZLnyHWe0uYAxaW5nVQhf3bHrAALSgGhGpAXTKDTJobqvCW0lSGACouLFVcJCiobFShG8boa0IYnam57bNtJnyJZm4XlPZ3DqmBUHWlmW7Cqs1GxDXDwIo5NYHJouJ0y0va0nmwzwos0ySwEyzYsTujVU9NoApzyOmUGmMZE6CPscbZZJJkTbHOdEY9EyzLPiwEk4WBnADPPI76boHh9ISxxNTed2S7SqpOUlQ2KlSMwCNR2mM3aNzUt6SlTeuceTGu3p1/lqLK4kQbI2KlDZ0Ya9er5/zkxhS2ndy/zfdp6EtKxt6WsI/f1Jtluizyv3UiSn5JaL8hEE7irP65t9rZbUIrgiXEQ4SYcOOGHAJMKOEmHIU4YUB9J9AByi7C4aikRunlkekVGsPBKdENEOiGsQUIQQUIaIKEIIdENEFCEEEvqO+NXY370v8Ar90QV/pIt4XdLnABwaj0WRmlutaVwzEIYVoKitDSOlTwVhdisaSVwSxQampLEk6szMSWPMkmEyAi9retnkzJzhistSxCipIHAfXQamFSyCHrNNxojUpiVWprSoBpXvhAEW2zdIuHG6dZWqhAPVYNQ4gQVNKEUzEAD4gAan2VHILojFTVSyhiDxBIyMAFPb9qEl+edRz5osstlTE0zEQFruFBVtMzwzXAuC9hBDsAHBqO+MnbP7C/7L0ZLR+oWY5stiTCoU4YchRJhUKcMOFEmFFEmHCiTCijglRYVFtZGuRy0LR2HBmHsJhtdYqyXJv1CDzFPqQkRCKdENYChCDRQhBDohoChCCCLRaUljFMdUHFiFHtMLCnOo8QTb6iOpUhBZm0l1kCxX7InzejlPjZVLEgGlAVGp11GkbuzLKtRm51FhNY6+KKDvaNaXw6by1qWcbIpXX7ey2WWHYYmd1ly0BALzH9FcRyG8knQAwqWQSM6L8Nrum2O4CzUl2lJiCvVIViBQ5+iV76wq4oXGGO35tJMssqzJJkmbMmS1apyQJLQNMGL1sIOW7XPQmASJN5bViXY5VrEp8ExpYYOKGWjE1cgajLKmuJeMIlqGNcGkVgRUGoOYI3jjCCGTvLbEJapcpV+xE/oJ007phU0RRuoSCWOXVYDSsOwLgrtoR/71/pWX/62gXQKugudrdqvNSUlyzNdVE2bTSXJLhC1NSSTQAaamg1RIRLJopUwMoZTVWAII3gioPshBCLel5y7OFeaSFLYagE0JBOYGdMjFHaFtUuKW7T45z5P3Gu5p2/zVHhcByxXnKnfupiPyBFe9dRHM1berS/ci1+c+Bco3FKr9EkySYjJzhhRRJhyFEmFQokwopww4USYUUvrLYaoh4qp9oEdPbWu9RhLml6GbUrYm11sq72TDOcc6+0A/WMbaMNy5muvPisly2lmlEiiKJMKEIIdENEId53zIsylp81EAFSCat3IKse4RLSt6tZ4hFv858Aaag540XSYy9PKxZ0qLPKmTTxb7JPjVv+IjVo7Cqy1qSUfN+3mUZ3kV9KyZxPKHbbRMw4klJQ9WUtDyq7En2UjThse2prLTk+v2X9mZf3tZUm4vHYdkSZ1oeih5rntY95Og5mLMp0qEMvEV4HOxhWuZ4WZPxN5shs1MszmZNYYmQrgGdKlTUtpXq6D2xRo7QhcVHTgtEs5/rvN6y2bO2/8k3q9MefHuNZFs0CuvK61tKvLtAVpJpRBUEmnpM2oINaAdtTWgXOAzgrZexNkUOFE0CZlMAtE8B9fTAfranXiYXeYuWOT9kLM6hJnTOg0R7RPZRQUBCmZSo3cIN5iZGL32ZRpeFVnzgzKGR7ZPC4a1LEM5BoQMvlSDeBMnXdJny5EmWkqUuFFUh5rt0dB6Iopx4dPTWtNRCPAEe8djbJPZnnSyzvTGwd0xEAgEqjAVAJGmkLvMVSaH5ezMgLNX7U9Ng6QmdNZj0fofaFsQpyMJkTJEvDYqzTgcTT8ZBXpOnmO4UggpimFhhNTVSKZmF3hU8F1dlhWRKlyUrhlqFGI1NBxP6ENEIO1F0G1ShLVgpDYwSKgkKwoaaelrnpFe5u1bRU2srOPX2K9zaO6huJ4fH88Tza9LmnWY/aIQK5OM1PCjDfy1ie3u6Nwvkeerp8DnK9nXtn8671w8SNaNsrZZgnRzcQqarMHSAimlT1h3EQ2ezLarxjjs0/ryNPZl5Xbacspc9S4uryuDIWqzkcWkmo/wBt6Ee8Yzq2wHxpT7n7r2RuQvP5I2dz7WWS1fuZy10wvVGrwo9K91Yya9jXo/XHw19C9SfxYuUE2lx6i6MVRwkw4USYUU4Ydr0Cm0lJhUDgAPZHeU4bkVFdCwYEnvNsodo5VHVvWFO8H+/wjndtU8VYz5rHh/s0rGWYOPIiWe7pr6KQOLZfOKNLZ9xV4Rx26f35E87inHiyxkXD679y+J8I06Ww+mrPw937FSd9/FeJ5T5R7ZPk22bJWa6ygEZFU4cmQVqRQnrYtTEsrKjRniMfHX1Oi2XGnVt1UaTlrnx9sGGtqYpbjeVPt1iem8SRcvafxLecF/F+hQXVdk60vgkS2mNvCjIc2Y5KOZIi/WrU6Md6o0l+eJwcISnpFHp2yvkw6NlmWuZUj/pS9Mx96Ycz2ADtMYF3tzPy0F3v7L38Cz/x8akcVeHI3NptdnsMvPDLXcqjrMeQ1J5nvMY8KVxeT6W+b4L27CWpVt7OnriK5Liyq2d2ke12plwhZaymIXUk4kFWbsJyHHfHQWmz4Wy3s5k/zQyqG0pXVZxxiKXfxXE1UXC+EABAA2k5SSAc1ND20B+ogAbNrXpRKzxYS/ICtBnzz04HlUATNtqrMWWa4mOVKbhUk8Nw515GgGB9JgOIA+iaHkaBqewg98AC4ACAAgAotrr0ezSpcyXSvShSCKgqUckfAacIirW0LiG5Pt7ypeXU7aCnDnjuwzty7RyLWMBorkUMt6GvHCTkw+PKOcutn1rZ7y1XNffl+alu02jRulu8Hyf25lJtV5O5NpFZLdA4qQKYpZrTVdRpuOXAxatNs1aWlRby8/Hp7/Ef/wAdSi3KmsN+B5RtDsxarGft5ZCbpi9aWf5xp2NQx0dte0bj9uWvJ6Pw9slapRnDihy4E+zJ4t8gP7wy5fz4Op2DDdt5S5y9Ev7NFdl52iWyrImupYhVWtVqTQdRqjfwijO3p1PqivzrNSrSpSTlNdZ79PuJT6LEduYgq7DpvWnJrt1Xv5nFwvZL6lkrp90zV3Yh/Dn8NYzKuyrmnwW8ur20fqW4XVOXTjtGrBIJnIpBGdSDlkM9O6IrOi5XMISWNc+Gv2H1ppUnJGtjtDEOUhMAdhQCADynyt3FNm2qRMkozl5RQ00BltUFmOQr0m87ozr6cKbUpPB0uxLmEKM4zeMPPj/orbn2EUUa0vi/gSoH8z6nup2mMKttJ8Ka737F2ttF8Ka737f7NbZLLKs8vDLVJUtQTQAKo4k/UmM2c51ZZk22+9mSlGK00Rgdq/KeqVl2EB2zBnMOoPyL97tOX5o2rPYspfNX0XLp7+Xr2FOrdpaQM01uaf8AaOxYuK1Jqezu4RuQpxprdisJHFXLqOrL4jyzVeTj/Ev/AKLf1y4SfAu7I/efZ90ejxEdEEAEK32NphQrMZMDYhTRjwcbxu7zvoQAmMLdszUzmDGhYrWjHAENRUDOgNQAa6UgFyFiujoyp6RmKp0dWqThqxHWJJrU66UAygBsRZLlwFD0rMZeQLipIPrNWpNN/wA4AyOiwzDNmOZhAbCAtWIGEEZUwkVqTqdeQoBkGu2YQAbQ+WGhAoaqa16pFa6ENUHhAGSygECADKeUf/DJ/rL/AETIfDiZe1v2F2r0Z5zXhEpzyeNUWlxeU15Uwy7SDNkg0Dj94oGVT6437jzOkZV3sWFRb1HR8uh+3p2HY2VzONOKq66d56bd94SbTKDyXWZLYUyz7VZTmDxBFY5ypSqUZ7s1ho1YyjNZRQXpsNZ3FZA6BuCjqZ/9vd/LTsMXaW0asfr+bt4+PuX7W7dCO5j5fAptndk56XhZlmJ1BND416yES6zKE7q4aZgaxsWlxTrTSi9eXSWru9pu1m4vXGMdOun3PdY2ziwgA5SEwB2FAIACACBfNpaWgKZEtStK0yJ+kZu1LmpQoqVPi3jyfsWbWnGpPEuRmnmFjViSeJzjk5zlOW9J5fWayiorCKi+9oZNlFHOJ6ZS19LtPAcz3ViShazrPThzLFG2nV4cOZ5Nt3f1otQBZismtOiX0a6qW9Y8zlpQCOl2dbUqLeF83Pp/or7Ys3ShGcW2uD7eh/bwMgDGqYBd3DatZZ7V+o+vtiOa6TK2jQ/9q7H9vbwNNdF5PZ5omS9RkQdGU6qeXgIiksmfb15UJ78f9o9Xue9Jdplh5Z5Mp1U8D474hawdTQrwrQ3oE6EJggASrg1AOhoeRoDQ9xB74BMioBRmzWgPip912Q9qmkA2Mk+A9AOGbLaFmKGU1BqO8EgjuIMA2MlJZQ9AOEzHCgliAAKknIADUkwCNpLLPMdr9oPOXwp+6Q9X+I6YyPgBz5xLGODm7+8+NLdj9K8+syF62ro0NPSbIfU93hE0VlkVlQ+LU14LV+xmTEp0BbbKW6dJnh5DlKZvTRgNFZTkf/NKRUvadOpT3aizy6uw0tlW8q1dLoWr9u9/c9iuHbGXOok2kqZpmeox/hY6HkfaY5a4sJ09YarzRt17GVPWOq8zS1ikiiXdx2x2YoxqApOeuoGvfHQ7Iu61So6c3lJZ148V0+5Qu6MIx3ksPJdR0BnhAAQAEABAA1aZAdSraH9VERV6MK0HCfBj4TcJbyK6y3IqmrnFwGntjKt9jU4S3qj3uS6O/n6FqpeyksRWDwja652slrmymqRixoxqSyNUqSTqdQTxUxNOG5LdOvsbhV6EZrsfavzJSzpQZSp0IpDYycXlE9alGrTdOfBmWtEkoxU7viNxjUhJSWUcHcW86FR058V5rmEtyCCDQjMGHFdpSWHwNPd9tE1a/eHpD69kQyjg526tnRljofAuLqvOZZ3DyjQ7wdGHBhvEMayMoXE6Et6H+z0e5dqJNoABIlzN6saVP8LaH58oicWjo7e+pVlxw+T+3Mf2hvpLNKLVBc5IvE8SPVH9t8Ilkfd3MbeG8+PQiv2BnM8iazElmnsSTvJSXCy4lbZc5TpSlJ5bk/RGmENNMy2xFu6Q2kcZpmDsmV//AD8YdJGZs6spuov/AKb8f9GpENNMwGyF/rLmTJc1gJbkurHQNv7iPiBxh7joYNhexjUlCb0bbRpLbtXZZYr0mM8EGInv0+MIos0ql/bwX1Z7NTDbQ7TTLV1fQlVyQHXgWO/s0+cSRjgxLu/nX+VaR9e0z0+cEUsxoBD0slOnTlUkox4mXttqMxix7hwETJYOjoUVRhuojQpMk3ojSXbZOjSh9I5t4d0Ztapvy6juNm2f6Wjh/U9X7d3uTJcsuwVQWZiFUDUkmgA7SYiRelJRWXwR9A3VswJVlkysR6REAZqk1bU67qkgcBSHXGyqVWOVpLnz7V+M4qpfylWlPGjfAt7usAlDLNjqfoOUWLKxhbRwtW+L/Ogq167qvqJcXSAIACAAgAIACAAgA818sq2ZpUstMUWpD1EGbNLY9YMBoMqgnepA1MVbndx1m/sJ1lN4XyPi+hNHkkUjqCjvq1S2oFzYfeGlOFd8XbeE46vgcttm6t62Iw1kulcMcuv7c+grAYtGCPSJxRgymhH6oeUDWRlSnGpHdktDTXfbOlWtCCNeHcd8Qyjg5+5t3RljOfXvRLBhpVOiACbYr1nSQRKmMgJqQDlXIVp3CGuKZNSuatJYhLCJq7U2sf8AWPeqH5rCbqJ1tK5X+XkvYh3Zes2zkmU2EsKHIHLXQiFayQW9zUoNuD4kq2bTWmYpRppwnIgKq1HCqitIFFE1TaFxOO634FRWHFISTAKNz5uFSxqacBU+yFSySU4OclFdPMzFvtxmmpyUaD69sTJYOht7aNCOFx6WRCYUsEi7Z6I4Lg8jwPGkRVoylHES/s2vRo11OquzqfPHT9uXLSpMDCoIIO8RnNNPDO2hUjOKlF5T5Gz8la2bzwPaJiq6j7BWyDO1RXEcqgZAHUtlmImt93eyzL2w63wN2msp8ccvzi+o9zjQOOCAAgAIACAAgAIAKbaW0vKWXNlnNXoRuIYbx2gRBXlKKUkTUYqTaZi9ttvp8tFWzy+jxDrTjRsJ9VBoD/E3cN8Qyum18uhrbO2dRqybqSzjo9/6PIbwvEAl5rlnY1JJLOx41OZPMxBGEpvQ369zRtYfNpyS+y/EU9ua0zMuhmqvAI+faaRcp06cNc6nMXu0a9x8qW7HkuntfT6EMXfO/Bm/7b+ETb8eZm7r5C5d2ziaCTNr+RvqIN+PMRppZaLqw7OuM5iMT6oU07zTP9awx1V0Mza9xWelOLXXgt1sjjRG90+ER7y5mW6FZvLi/BihZn9RvdPhBvLmJ+nq/wAX4M75s/qN7p8IN5cxP09X+L8Gd82f1G90+EG8uYfp6v8AF+DDzZ/Ub3TBvLmH6er/ABfgw82f1G90wby5h+nq/wAX4MPNn9RvdMG8uYfp6v8AF+DOebP6je6fCDeXMP09X+L8Gc82f1G90+EG8uYv6er/ABfgznmz+o3unwg3lzF/T1f4vwZX264S+YRlbiFND2iHqol0l2hVuKeji2ux+RQ2i6Z6GhlTDzCMQe8CHqcX0mtTe+spPvQybvnfgzf9t/CF348yTdfIdssm0yzVZU3mDLeh7RSGTVOa1LNrc17aWafh0Mt7PbgxwOpR96OKHjlWKU6LjqtUdVZ7TpXHy/TLk/tz9T0jYLbm1SnWQ4a0SuZ68teIc6qPVbkARpDqdw46PVFTaWzqDi6ie6/J93PrXeej3Rej2m0erLRSQvM0UFjvOZ5fOJqVV1J9SOdqU1CHWaOLRXCAAgAIACACt2jk4rNMHAYvdIY/AGIq6zTZJReJo89mSwwKsAQciDmCOYjLNGMnF5XEwto2Cw22TNlsWk9IGdWNWXDVgAT6SkgLxFd+sWo3H/jcekgqQlOpvyee03tYqkwVgAKwAJdwASTQDUnIe2AClvm8pku02SUtME1mxcTSgpXcBirxNBD4pNNiNlubQodULDGwJC1zIFKmnDOG40yLkpdjrzmWiVNeaesJxAAyCjBL6oHCtfbD6iSegieSyvmc6SJryz11lsy5VzUE6d0NjqxWV92X7LSzSXtE1Q7IDmas1MsWECu7PKlYVxbegiehcyZwdQykMrAEEGoIOhBhrWBSutyGW4mPaXVDMlgSwqkEkFAlcNaMTU8KHtDlqsYEJNvvOVIp0sxUrpU5mmtAM4aot8Bcj9mtCzFDIwZToVNR7YGsBkSlsQu0sOpdRVlDDEBlquu8e0QYfEMlbd1vd7ZapbHqShKwCmmJcRJO8mvwEOaW6mJnUkXdfkiezJKmBmXUUIqAaVWozHMcRxhHFriGSxrDRQrABi9r9j2tlqlTFYImArNbeMBquFdSxDEcBh9tmlWUINEFSk5STRqLsu5LPLEuWDQakmrMeLNvMV28vJZlUnPG828czb7EyerNfiQvsFT/AFCLlotGylcvVI00XCsEABAAl60NKE7qmgrzNDAwMneO0NoRihRZZHIse0GtCO6KNS4qReMYLcKMGs5yVFovac4IaY1DqB1QRwIWkQSqzlxZMqcVwRCiMeEABABCvu2mRZ5s0CpRCVB0xaLXlUiHRWXgRlXtTa1axMUnhcSggqR9pxQUzzFdO/KsOgvm4CPgYi37Qzp0tpcwqVYIKAEUKGoYGup31r3UETKKWqG5HbZtROmvKdhLxSWLLRW1NK4utmMhwhFBIN4sLkvh7TeFneYqBgHWqAio6NyA1WNaHTthJRSixU8su9iUYS7UFoCJ8wKSKgEADMb6ZZQypxQsTOWjaS1yQ9nmFCQXVmYFm6xNaNWm/LLSkP3IvVDcvgVMm8MMtpfQyTiFC7IWmciHLZEbqCmUOwJk9G2LllbFJrvxnuLsR8PnEFT6iSPAym0lpmm0TcUtyZbB5LEkKkuWwq4SmFg2VW5gcoljjA1lfeW0U2cyO6yw6eiyqa0OoKsxUjtEKopCN5FXXtLNs8sy5SygCSSSrEljlX0qVyG6mUDgnxBSwObPWxjaJHRpWcZj42LEiYr5sXG4qKmo+cElo8giwv8AvaZZbdaDLCnpFlhsYJyEtRlQjnDYxTisit4ZQzL2bEjpLlSXQ1DSVKcqEYiD7Ifgbk9Tuma7yZbTaB2QMwAoBXOlKncRFaWM6EiJcIKEABABIstumS/QdlGtAcq8cOkPjOUeDGyhGXFFnZtprQCB1XJyzXM8hhpEsbmp2kToQ7DX2GZMZAZiBGO4Gvty15Zxfg5NfMsFSSSehIhw0IAIt43ek5cLjsI1B4gwydOM1hjoTcXlGHva6HkHrZqdGGh5HgeUZ1SlKD14F6nUUyviIkAQAEAEa8rGJ0p5TGgdSKjdwPcaGFTw8gzBythJ+OjPLCVzYEk05LTXkTE3xEM3TaJcVmCheglEDiik1pSpNMzlrEW/LmOwg/YNl/y8r3F8IN+XMMIYsF0LLnu/RSFQBeiKJRwSCHxHv3cYVy0DAi9rJaVTDYjKQGpYEEPiYksyuSVzJ3jLjCpxf1A89A1cmzEqXKAnok2axLOzDFmdwLZ057ySd8EptvQEif8AsGy/5eV7i+EN35cwwidKlqqhVAVVAAAyAA0AEJnIp2YgYFWAKkEEHMEHIgg7oQCFLuWzKarIlA5/cXeKHdwh28+YmEJ/YNl/y8r3F8IN+XMMIVZbnkSprTZcsK7ChpkKami6CtBpA5NrAYHLXdkmacUyVLdqUqygmnCp3Qik1wFwV8jZ+X0kzHJs5lHD0YEsYhl1sR01/Qh++8aCYLuIxQgAIACAB+x2R5rBUFT8AOJO4Q6MHJ4Q2UlFZZtrmuRJAqetM3tw5KN3br8o0aVFQ16SlUqufYWsTEQQAEABAAibLDAqwBByIOYMI0msMVPGqMhfezpl1eVVk1K6lfEfH5xRq27jrHgW6dZPSRjbWpU5E0OmZ9kV0WCbs1YGtFoVCThHWfM+iN3eaDviWlDflgjqT3Y5PT/MJX4ae6vhGhuR5FHflzDzCV+Gnur4QbkeQb8uYeYSvw091fCDcjyDflzDzCV+Gnur4QbkeQb8uYeYSvw091fCDcjyDflzDzCV+Gnur4QbkeQb8uYeYSvw091fCDcjyDflzDzCV+Gnur4QbkeQb8uYeYSvw091fCDcjyDflzDzCV+Gnur4QbkeQb8uYeYSvw091fCDcjyDflzDzCV+Gnur4QbkeQb8uYeYSvw091fCDcjyDflzDzCV+Gnur4QbkeQb8uYeYSvw091fCDcjyDflzDzCV+Gnur4QbkeQb8uZiNvbr6NlnSxhRuqwXIBhoaDiP6ecVLimk95FmhPKwzKyyzEAE58zFUsGnuW5XnUpkg1c/IcTElKi6j6hlSqodpubBYUkrhQU4neTxJjQhBQWEUZTcnlkmHjQgAIACAAgAIACADN7R7MLOBaVRX1poGP0Pz+MVqtunrHiWKdbGkhWxN09DJxMOvMNTvooqFFR3n+aHUIbscvpG1p70scjRROQhAAQAEABAAQAEABAAQAEABAAQAEABAAQAEAES9rCJ8l5TfeGR4HVT3Ghhs470cDoS3XkyOzGyhPXn5CpGEGpNDQ1I0FR29kVKdu3rIs1K+NIm3loFACgADIAZAd0XEsaIqN5FQoBAAQAEAH/2Q=="/>
          <p:cNvSpPr>
            <a:spLocks noChangeAspect="1" noChangeArrowheads="1"/>
          </p:cNvSpPr>
          <p:nvPr/>
        </p:nvSpPr>
        <p:spPr bwMode="auto">
          <a:xfrm>
            <a:off x="176213" y="-1698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3321" name="AutoShape 19" descr="data:image/jpeg;base64,/9j/4AAQSkZJRgABAQAAAQABAAD/2wCEAAkGBxQSEhQUEhQWFhUVFhcXFxgWGBgXGxoYFxgWFxgXGBQYHCggIR0lHxgYITEiJykrLi4uFx8zODMtNygvLisBCgoKDg0OGxAQGywkICQsLCw0NCwvNCwsLCwsLCwsNCwsLCwsLCwsLCwsLCwsLCwsLCwtLCwsLCwsLCwsLCwsLP/AABEIAN8A4gMBEQACEQEDEQH/xAAcAAABBQEBAQAAAAAAAAAAAAAAAgMEBQYBBwj/xABHEAACAAMFBAUJBQYFAwUAAAABAgADEQQFEiExBkFRYRMicYHRBxQyUpGSobHBI0JTcvAVM2KCsuE0VHOTokNj8RY1g7PS/8QAGgEAAQUBAAAAAAAAAAAAAAAAAAECAwQFBv/EADgRAAIBAwEECAUEAgIDAQEAAAABAgMEESEFEjFRQWFxgZGhsdETIjLB8BQzUuFC8RVyI0Nikgb/2gAMAwEAAhEDEQA/APcYACAAgAIACAAgAIACAAgAiWy8El5MTWlaAZ0+UUrm/o273ZvXjhfmPMmpW86mq4FbOv4/cQDmxr8B4xk1duSf7cMdvsvctxsV/k/AhzL0mn71OwAf3ijPal1P/LHYl/vzJ42tJdBHa0OdXY/zGKruK0uM5eLJVTguCXgNkxG5N8WO0AQibXAUWs5hozDsJESKvVXCTXexrhF8Uh+XeU0aOe+h+cWIbRuocJvv19SOVvSf+JLk3649JQeyo8YvU9t1V9cU+zT3IJWMX9LwXVjtAmIGAIBrryyjetrhV6aqJNJ8/AoVabpy3WPRYIwgAIACAAgAIACAAgAIACAAgAIACAAgAIACAAgAIACACn2hkVVXG40PYdPj84wtt0cwjVXRo+x/36l6ynhuJRRzeTSCkJkQ7SAApAAQAFIACkAAFrkNYVJt4XEM4NhZ5WBVUbgBHeUaSpU4wXQsGFOW9Jy5jkSjQgAIACAAgAIACAAgAIACAAgAIACAAgAIAE4xWlRWlab6caQ3ejvbudRcPGRUOEETZgUEsaAb4ZUqRpxcpvCQsYuTwiNZ7ylu2FTmdMiPnFShtK3rTUIPV9TXqTTt6kI7zQ/apONGXiKeBixcUVWpSpvpRHTnuSUjIlaZGODaaeHxNvIUhAO0hACkABSDIBSAApABMuiTimrwXrezT40jR2VR+Lcx5LXw4eeCC5nu0316GmjszII9rtiy6YjrplXSKtzeUrfHxHxJadKVT6RVmtSzBVDWmu4juMOt7qlcLNN5/OQlSlKm8SQ9FgjEs4FKkCpoK8eENlKMcZeM6CpN8BUOECAAgAIACAAgAIACAAgAIAK29L0Evqrm/wAF7efKMraG0o0PkhrL07evq8eu3b2zqfNLh6lDKtLK+OtWrWp38jyjmoXNSFX4qfzevb1fiNKVOLjuY0NVZLSJihh3jgd4js7a4hcU1Uj/AKfIxqlN05brIN/yWKAg5Kcx9e76xmbbpTlSU4vSPFffu++SxZzipNPpKKU5UgjUGo7o5mFSVOSnHitTRklJYZrbPNDqGGhFf7R3dCtGtTVSPBr88DEnFwk4sz98SMMwnc3W8fjn3xye16HwrltcJa+/nr3mnaz3qfZoQoyywEABBkDsGQOQAEAF5cEmis3E0HYP7n4R0+wqOKcqr6XjuX9+hn3k8yUS1jeKRl7ztHSTCRoMh2Df3xxW0bn49dyXBaLsXT3vywbFvT3IJdI/cUli+IGgUZ867vr3Ra2LSnKtvp4S49eej7+HMjvJxUN18WaBmoKnQR1TaisvgZiWdEZa9Lb0rfwj0R9THHX967mplfSuHv3+S7zYt6Pw49ZMuu9qUWYctzHd28ucX9n7V3cU6706Hy7ffx5kFxa5+aHh7F9HRmaEABAAQAEABAAQAEAFZe95dGMKemf+I8YyNpbQ+Avh0/qfl/fLxfXctrff+aXD1M5HLNmodhAJl2Wwym/hPpD69oi7YXrtqmX9L4+/avPwK9eiqkes0+TDiCO4gx2XyzjzT80zI1izMW+y9G5G7VeyOIvrV21Zw6OK7P64efSbFGr8SOSwuG0aoe0fUfX2xrbDutXQfavuvv4lW8p8JokX5IxIG3qfgcj9PZFrbdDfoKouMX5PR/Z9xFaTxPHMoaRyRpBSEACaawqTk8JZDICCScXhrDDIUhACkAGpskrAirwGfbv+Md/aUfg0Y0+S8+nzMapPfm5DF7WjBLNNWyH1MVdq3XwKDxxlovu/DzwS21PfnrwRnUlkkADM5COPpwlOShFavQ1HJJZZqLHZxLQKO88TvMdzaW0bekqcf9vmY9Wo5y3mVV926v2a6D0jxPCMPa9/vP4EHouPby7unr05l20o4+eXcU8YReOQopa3PeWGiOeruPDkeXy+W3szaPw2qVR/L0Pl1dnp2cKVzbb3zx4+poI6YzAgAIACAAgAIAId6W4Sl/iPoj6nkIo394ranlfU+Hv2Int6PxZdRlmYkkk1JzJjj5Scm5SeWzZSSWEEMA6IQQ6IQQt7lttD0baH0eR4RubHv9x/AqPR8Op8u/o69OlFK6o5+dd5Y3nZOkTL0hmPDvjX2lZ/qaOF9S1Xt3+zKtCr8OXUZ6S5Vgw1B/QjjaVWVGoqkeKf4vszUlFSi0+k1AImJyYfAiO7ThcUecZLyaMfWEutGXmSypIOoNPZHA1ISpzcJcU8eBrqW8so5SGZFG13cTn2Dh8RG/KSsLeO4lvPjnx8uCKqXxJPPAOft50yiW4pxu7ZVEvmxlewkW4TwOUjmy2Sbuk4pijcDU92fhF7ZtH411CPQtX3a+uERV57tNs0kd0ZJnL1n45h4LkPqf1wjitq3Xx7h44R0X3fj5JGrb09yHaTLkslPtDvyXs3mNTYlnhfqJdOi7Ol9/R1dpXu6v8Agu8fva24Fwr6R+A4xb2rf/p4bkH878lz9v6I7ajvvL4IzpjkTVOEQoHDCiiTCil9cdvr9mxzHoniOHdHSbJvt5fBqPXo61y7V6dhnXdDHzx7y4jdKAQAEABAAmZMCgk5ACphs5xhFylwQsYuTwjI2y0mY5Y9w4DcI4q6uZXFRzfd1L88zcpU1TjuoZEVR4oQgh0QggqEEOw0DQ3VbcYwt6Q+I4x1+yr/APUQ+HN/OvNc/f8Asy7mjuPK4Mr76lKrggir1OGorlqQNafrfGVtqz+HU+NHhLj2/wB+vaWbWblHD6Ci2i2qnWGQplylerEYmJohIqKoBmCa7x8Yl2PfOMHR5ar7rx17y5Q2fTuqvzSxp0dPf/TIOyW0T21ZjTcPSK4rhFBhYdU07mHdFDa0H8b4n8vVaexYu7SNs4xhwx0l9SMspjajhuqO79AR0zo/rbWDbw+fXwZU3vhzYEZU4/Mxanu21s+UV+eLGrMpDtI48umN252hnWaZKSzzDLbCXYrTME0UEGoIyY07I3Njxcd6quz7v7GnY2lOtCTqRyuBK2M25tlomGVMEt1CEtMw4GXcD1eqSSRlQb+Eal5tCdGi+b0Xv3EN9sq2pR345WvDivf1NMjywyLMdUDNhBZgtTrhFd5pHN2Nt+orKnwXT2e74FKW9utxTeORprTPEpK8MgPkI7O6uadpR3n0aJc+S/OgyacHUlgzM6YWJY5kxxFWrOrNzm8tmvGKisIbhg45CinDCiiTCgCsQQRkRmDzh8ZOLTTw0K0msM1d3WvpUB36MOcdpZXSuKSn08H2/mpi16Xw54JUWyEIACABq1WcTFKtWh4GkQ16EK9N058GPp1HCW8jP2y53TNesvLUdo8I5q62TVpfND5l5+HT3eBp0ruE9HoyvjJLQoQ0Q6IQQ7CCChDRBaMRmpIPEajsh9OrKlNTg8NCNJrDPJr484sds6SY7PMDYlmOSekTShJ5VUjd7I6KFWF5Seenj1P81R0VBUq9DdisLhhdD/NT0Vujt1kND1JyZcVbnzVh8I5/MrWtrxi/H/aMT57atrxT8f8AaPO9jb1WzW8SXYBnLSXAzo4PVrTL0hTP1o3r2g69t8SKzj5l2f6L20Lu2nT3VNb3R09z5d56x0g417M45+na1qjxGD8NPExnNLpELHW21H4NKNPkU5S3nk6dR+t0VtpUalWhu09XlPtQ+lJKWorpB+qxzn6S4/hLwZZ348zybaRZ9otc5hZrTTEVU9BNoVTqghsNKGmL+aOmtbaVKhFdWX2v8wbVjtC2jTVNyw+tdPbwNvsNdHm9nxOKTJpxNXIhRkqmumVT2sYwto1/iVt1cI6d/T7Fa/uFVqYi8pfmTIbWWmba7RRJcwy1OCWMDAGpzapFOsaa7gI1rO3+BS+bi9X7dxoWfwaFLLmsvV6rw7jf7P2IyJEuU0wzCoqasWAJpVUBOSigAA7d8ZF7Wq1pZkmorRZ/OLMevVjVqucUln816ywimRiTCgchRThhRRJhwpJsl3vM0FB6x07uMXrWxrXGsVhc3w7ufd4kVWvCnx4l/d9gWUDQkk6ns5R01lYwtU8Ntvj/AK/O0zK1eVV6kyLxAEABAAQAEAEO2XckzMijcR9eMULrZ1G41axLmvvzJ6VxOnw4FJa7ueXmRVeI+o3RzV3s2tb6tZjzX3XR6dZoU7iFTTgyKIziY6IQQUIQBLjMd8amx/3pf9fuivX+kDKXgPYI6Mq5OiWOA9kAChAAQAEABAAQAEAFVeVpYzpNnUGkwvNmNuEqVhxLXizui09Vm5Rn/wDHp3Trvhp/+v6xntJPitR3UWtY0CISdR3xlbY/YX/ZejJ6H1Co5wtnDCiiTCijlnsrTDRRXnuHaYtW1rVuHims9fQu/wDGMnVjBZky6sdzqub9Y/D2b++OktNj0qXzVPmfl4dPf4IoVbuUtI6LzLKNgqBAAQAEABAAQAFYACAAgAzu1s+RZZLT5hw7lC0q7HRQvHXPtJ0jGvtl0Jpzj8r6uD7vuu80bH41aoqcdfsuZQ3Nfkm0isp+tTNGyYdq/UVEcxXtqlF/Mu/oNKtb1KT+Zd/QWYiuVxLajvjV2P8AvS/6/dEFf6RUdGVQgAIAGunXHgr1qFqchhB/qHtgAcgA47ACpNBzgAQtoUoHB6rAEHk1KHPtgA7InK4xKaipFeakqfiDAAuADsACd474ytsfsL/svRk1D6hZjmy2RrdbZclS81wijed/IDUnkIkp05VHuwWWPp05Te7FZZH2Q2hstsnPK6wZc0DUAmKNSKGtR6utM+NN+x2TTbzWeXyXDv5+naF/b17emp6Y6er85/0bxFAFAKAbhHSQhGCUYrCXIwm23lnYcIEABAAQAEABABGvKcUlMy6ilO8gV+MVL+tKjbynHj7vGe4moQU6iizLypzKaqxB30OvbxjjYVqlOW9CTT7ePbz7zXlCMlhosbPfTj0gG+B8PhGnR23WhpUSl5P28kVZ2cH9OhYyr2lkZkryI+VI16O17apxe6+vTz4eZVla1Fw1PC9t9onttpZmDKkuqypbZFVrmzLuZqAnuG6EqVfiPeXDoOx2dZxtqOFq3q3+dCM5PtnQjHUgj0cJoa7qEQkafxHuk13c07ek51OHLm+Rc7NeVSbLOG2L0qeulBMXtGjjTgeZirdbChNZovD5Pg/bz7jjFeNybktOroPULqviRalEyzzFmLvpqp4MpzU8iIo7Ot6tC5lGpHD3fuuHMkqTjKOUWEbpARLylzWllZLBHOjMKgd3636QAhiWLRjxkIFzUpiJBAJKslFNGoc+NBkIBdBNisk0TRMmYScLqcOuZl4TSlASEzFaAnImABFps9ommhKCSWIZSOsUKBSuh+9ibccx6vWA0HZlkmhVQTMYr1zMoDhyIoyjMgimeoJqa6gDDXfPwSVV0wpLRGQ1FWQocQYLX7lKZZFq1rkBlCxZJyyDLlMqPichz1lo0xnAprWhAOXHPQwBpkVNS1GYrBpYSoqgqTTEtTiIG7F7RwoQNC0gEGbTaEljHMZURQSzMQoA4knKMva0JToxjFZbkuHYyWi0nlnne1HlVRKpYVExtOlcEIPyJkW7TQdsR2ewpS+a4eOpce99Hn3CVLpLSBjZN+PajinOWmjWvD+EaAchGpK1jQWILCOj2Re061P4eEpLj19fvyJVntLSnWZLYq6EMrDUEaGGptPKNWcIzi4yWUz3/Z3aVZ9mSbMVpcwijoVYdYala/dOoPOmoMTT2nb045lLXktfT7nEXNjKnWcIarofV7jtovs/cWnNvAeMZVbbsnpSjjrfsvcWFkv8n4FZaLW7+kxPLQewZRk1rutW/ck31dHgtC3ClCH0ouNn55Ksp0WlOw1y+HxjoNiV5Tpypy4Rxjvzp3YKN7BKSkukto2ykEABAAidKDqVYVB1iOrSjVg4T4MdGTi8orZtxIfRZh25jx+MZFXYdKX0Sa817+ZbjezXFZIky5XGhVvgf13xQqbErx+hp+T/ADvJo3kHx0Ki0WqXLmGU8xFmChKF1xZ5jKsZlW1rUnicWvP0yi3CLnDfim1zwctl3ypwpNlq43YgDTsOo7ohhVnTeYNodCpOm8xeDGbQ+TCTP60ma8pgMlb7RPYaMO2p0jVtdtVKWk4qXk/byILzfuWnOXDwMFe/k9t1nqei6ZR96Scf/Cgf2AxuUNr2tXTe3X/9aefDzM2dvOPRktvI3KIt02oIIs7qaihB6STkQd+Ryi3WeYrBHTa3sdJ7LFYnCADgMAHYAGLTaMJQAVZ2wqO4sxPIAE+wb4AKtdoFlm0i1ASfNzixE1DyXJEp13liQVKipxDnSFwGC4lTAyhhoQCOwisIAuAAgAIAMD5Z0rYpWWlpQnkOjnCvxETUPqIqskks8zzW59kbZaqGVIfCfvv9mlOIZqVH5aw2vtC2ofXNZ5LV+X3wJClOXBG5uLyTYGV7TaDUZ4JIoOwzHFSN3oiMW529vJxpQ75ey9y9b0ZUpqonquRvbuuKzyP3UpQfWPWb3mqYxalzVq/XL28DQqXNWp9UvYdtl4ypX7yaifmYA+wmG06U5/SmxsKU5/Smy4l3RMOtF7T4VjTpbGupfUlHtftn1KcrumuGpKl3EPvOT2CnzrGhT2FFfuTb7Fj1yQyvn/iixslkWWCFGutTWNa2tKVumqa4lWpVlUeZD8WSMIAM5MvmYGamEgMaVG6uWhjmKm1riFSSWMZfFdfU0aqs6bis54DiX829AewkeMPjtyovqgn349xjsY9DJCX8u9GHYQfnSJ47dp/5Qfdh+xG7GXQx79tS6E9atNKa8uEWI7ZtXxbXd7ZI/wBHU6jwy+rnts6dMnTZDlpjFjho9K6AYScgKAdkVf11GbzvL0Oxt61vTpxpxksJY5FBelrtlkUCV5xKzqSBMUADiKUzPHnFmjTt67+fdfgZ22rqKpqNPDb6VrhLr6/TJ27vKfbpeTPLnD/uIK9lZZX41hauxLWfBOPY/fJzsbqouOprLn8q4mMFnWVgTvlOGHMlWC0HeYza3/8APyWtOa71j0z6Dp7QjTi5TWhsbqvyz2mZ9kftApJqhDBarXrUpSuHKvCDZ9ncW9R/E+nHPTOV0f0RxvLe4/b+rs1wXEa5IVW1TEWK1FWKstnmsCpoQQjEEEdkLHigRNu8UlSwPUT+kQjAat8wsk5JU5ZcxV9MgP0ZIqGZSaaCufbCoCJebFJ1lmk1SrynOgBnhOjf30VP/lgQFXtsmJLQR9ywWgOP9RpZlV/2ptO+FiKjS2H91L/In9IhrEFTrQiFQzAF2wqCaFmpWijeaAnugAo52L9qy+sxU2OacNeqCJsoYgOJqK9gh3+IvQW0m3B5mBFZgK4pg9AMDTAGPpNWvo1AwkEg5QmBBu97bJkqrz6YQ3VqpbrYWpQAGhpizihtCjWrUlClxzzxph/0NlWpUfnq8OzOpk788p8qTlLkTJhOhYrLX29Y/CKFHYFWX1zS7NX9l5hT2nSq53MvHcY+8/KvbHqJayZI3UBdh3ucP/GNOlsG3jrJuXkvLXzFldzfDQrru2ht1qmUeZPmq2XUDYQfyywF5acInq2lrRjmKimufHz1NHZF1ivu1NU+l9DXpy8C4k7O2lvRs8zvXB/VSKcruiuM16+h08rqiuM16+h7RshejpY5SWoFZqDAdGqq5I1QSK4aVzrUGLENsW0YpOTb7Gcle2ylXlKj9L19/MtHvxNyse2g+sRS27R/xjLy9yBWU+loYe/juQd5r9Iglt2X+NPz/okViumRHe/Jh0wjuP1MQS2zcvhuru/skVlT6y1s9vqik6lRXtpnG1QvN6lFy44We3BTnQxJpczLk1JjkZPLbNjoOiGiChDRDohBBQhogoGGiDNosUuZ+8lo/wCZVb5iHRqTh9La7GNcU+KK/wD9KWLMiyyVJy6iBP6KRYW0bpf+x97z6lera0aixKKHLvuCRZ5mOShUlSp6zMKEqfvE8BGps6+r16jhUeVjPBLpXIq/oaFB71NYfDi/uTLbaCiOyoZjKtQikYm4AVNOPsjZHGSt1ktJm3lKUNNS0WXEgLLWXNdWlLKzNB95taAAbzm9NaC6Eu8LfbTJMuRY5yN0RUTDMs1VYKAhC9KRQ51NctwMJhcwWDMG5bc3nGOyzKWqzos2k2R/iJYGCYPtRVSVqQfXYZ0FXacx2Ua+wm0fs7DPs5mTxLMsyi8v7SnVDGZiwgEUJNajOm6G6ZG6ZK+XJtUy7rZLnyHWe0uYAxaW5nVQhf3bHrAALSgGhGpAXTKDTJobqvCW0lSGACouLFVcJCiobFShG8boa0IYnam57bNtJnyJZm4XlPZ3DqmBUHWlmW7Cqs1GxDXDwIo5NYHJouJ0y0va0nmwzwos0ySwEyzYsTujVU9NoApzyOmUGmMZE6CPscbZZJJkTbHOdEY9EyzLPiwEk4WBnADPPI76boHh9ISxxNTed2S7SqpOUlQ2KlSMwCNR2mM3aNzUt6SlTeuceTGu3p1/lqLK4kQbI2KlDZ0Ya9er5/zkxhS2ndy/zfdp6EtKxt6WsI/f1Jtluizyv3UiSn5JaL8hEE7irP65t9rZbUIrgiXEQ4SYcOOGHAJMKOEmHIU4YUB9J9AByi7C4aikRunlkekVGsPBKdENEOiGsQUIQQUIaIKEIIdENEFCEEEvqO+NXY370v8Ar90QV/pIt4XdLnABwaj0WRmlutaVwzEIYVoKitDSOlTwVhdisaSVwSxQampLEk6szMSWPMkmEyAi9retnkzJzhistSxCipIHAfXQamFSyCHrNNxojUpiVWprSoBpXvhAEW2zdIuHG6dZWqhAPVYNQ4gQVNKEUzEAD4gAan2VHILojFTVSyhiDxBIyMAFPb9qEl+edRz5osstlTE0zEQFruFBVtMzwzXAuC9hBDsAHBqO+MnbP7C/7L0ZLR+oWY5stiTCoU4YchRJhUKcMOFEmFFEmHCiTCijglRYVFtZGuRy0LR2HBmHsJhtdYqyXJv1CDzFPqQkRCKdENYChCDRQhBDohoChCCCLRaUljFMdUHFiFHtMLCnOo8QTb6iOpUhBZm0l1kCxX7InzejlPjZVLEgGlAVGp11GkbuzLKtRm51FhNY6+KKDvaNaXw6by1qWcbIpXX7ey2WWHYYmd1ly0BALzH9FcRyG8knQAwqWQSM6L8Nrum2O4CzUl2lJiCvVIViBQ5+iV76wq4oXGGO35tJMssqzJJkmbMmS1apyQJLQNMGL1sIOW7XPQmASJN5bViXY5VrEp8ExpYYOKGWjE1cgajLKmuJeMIlqGNcGkVgRUGoOYI3jjCCGTvLbEJapcpV+xE/oJ007phU0RRuoSCWOXVYDSsOwLgrtoR/71/pWX/62gXQKugudrdqvNSUlyzNdVE2bTSXJLhC1NSSTQAaamg1RIRLJopUwMoZTVWAII3gioPshBCLel5y7OFeaSFLYagE0JBOYGdMjFHaFtUuKW7T45z5P3Gu5p2/zVHhcByxXnKnfupiPyBFe9dRHM1berS/ci1+c+Bco3FKr9EkySYjJzhhRRJhyFEmFQokwopww4USYUUvrLYaoh4qp9oEdPbWu9RhLml6GbUrYm11sq72TDOcc6+0A/WMbaMNy5muvPisly2lmlEiiKJMKEIIdENEId53zIsylp81EAFSCat3IKse4RLSt6tZ4hFv858Aaag540XSYy9PKxZ0qLPKmTTxb7JPjVv+IjVo7Cqy1qSUfN+3mUZ3kV9KyZxPKHbbRMw4klJQ9WUtDyq7En2UjThse2prLTk+v2X9mZf3tZUm4vHYdkSZ1oeih5rntY95Og5mLMp0qEMvEV4HOxhWuZ4WZPxN5shs1MszmZNYYmQrgGdKlTUtpXq6D2xRo7QhcVHTgtEs5/rvN6y2bO2/8k3q9MefHuNZFs0CuvK61tKvLtAVpJpRBUEmnpM2oINaAdtTWgXOAzgrZexNkUOFE0CZlMAtE8B9fTAfranXiYXeYuWOT9kLM6hJnTOg0R7RPZRQUBCmZSo3cIN5iZGL32ZRpeFVnzgzKGR7ZPC4a1LEM5BoQMvlSDeBMnXdJny5EmWkqUuFFUh5rt0dB6Iopx4dPTWtNRCPAEe8djbJPZnnSyzvTGwd0xEAgEqjAVAJGmkLvMVSaH5ezMgLNX7U9Ng6QmdNZj0fofaFsQpyMJkTJEvDYqzTgcTT8ZBXpOnmO4UggpimFhhNTVSKZmF3hU8F1dlhWRKlyUrhlqFGI1NBxP6ENEIO1F0G1ShLVgpDYwSKgkKwoaaelrnpFe5u1bRU2srOPX2K9zaO6huJ4fH88Tza9LmnWY/aIQK5OM1PCjDfy1ie3u6Nwvkeerp8DnK9nXtn8671w8SNaNsrZZgnRzcQqarMHSAimlT1h3EQ2ezLarxjjs0/ryNPZl5Xbacspc9S4uryuDIWqzkcWkmo/wBt6Ee8Yzq2wHxpT7n7r2RuQvP5I2dz7WWS1fuZy10wvVGrwo9K91Yya9jXo/XHw19C9SfxYuUE2lx6i6MVRwkw4USYUU4Ydr0Cm0lJhUDgAPZHeU4bkVFdCwYEnvNsodo5VHVvWFO8H+/wjndtU8VYz5rHh/s0rGWYOPIiWe7pr6KQOLZfOKNLZ9xV4Rx26f35E87inHiyxkXD679y+J8I06Ww+mrPw937FSd9/FeJ5T5R7ZPk22bJWa6ygEZFU4cmQVqRQnrYtTEsrKjRniMfHX1Oi2XGnVt1UaTlrnx9sGGtqYpbjeVPt1iem8SRcvafxLecF/F+hQXVdk60vgkS2mNvCjIc2Y5KOZIi/WrU6Md6o0l+eJwcISnpFHp2yvkw6NlmWuZUj/pS9Mx96Ycz2ADtMYF3tzPy0F3v7L38Cz/x8akcVeHI3NptdnsMvPDLXcqjrMeQ1J5nvMY8KVxeT6W+b4L27CWpVt7OnriK5Liyq2d2ke12plwhZaymIXUk4kFWbsJyHHfHQWmz4Wy3s5k/zQyqG0pXVZxxiKXfxXE1UXC+EABAA2k5SSAc1ND20B+ogAbNrXpRKzxYS/ICtBnzz04HlUATNtqrMWWa4mOVKbhUk8Nw515GgGB9JgOIA+iaHkaBqewg98AC4ACAAgAotrr0ezSpcyXSvShSCKgqUckfAacIirW0LiG5Pt7ypeXU7aCnDnjuwzty7RyLWMBorkUMt6GvHCTkw+PKOcutn1rZ7y1XNffl+alu02jRulu8Hyf25lJtV5O5NpFZLdA4qQKYpZrTVdRpuOXAxatNs1aWlRby8/Hp7/Ef/wAdSi3KmsN+B5RtDsxarGft5ZCbpi9aWf5xp2NQx0dte0bj9uWvJ6Pw9slapRnDihy4E+zJ4t8gP7wy5fz4Op2DDdt5S5y9Ev7NFdl52iWyrImupYhVWtVqTQdRqjfwijO3p1PqivzrNSrSpSTlNdZ79PuJT6LEduYgq7DpvWnJrt1Xv5nFwvZL6lkrp90zV3Yh/Dn8NYzKuyrmnwW8ur20fqW4XVOXTjtGrBIJnIpBGdSDlkM9O6IrOi5XMISWNc+Gv2H1ppUnJGtjtDEOUhMAdhQCADynyt3FNm2qRMkozl5RQ00BltUFmOQr0m87ozr6cKbUpPB0uxLmEKM4zeMPPj/orbn2EUUa0vi/gSoH8z6nup2mMKttJ8Ka737F2ttF8Ka737f7NbZLLKs8vDLVJUtQTQAKo4k/UmM2c51ZZk22+9mSlGK00Rgdq/KeqVl2EB2zBnMOoPyL97tOX5o2rPYspfNX0XLp7+Xr2FOrdpaQM01uaf8AaOxYuK1Jqezu4RuQpxprdisJHFXLqOrL4jyzVeTj/Ev/AKLf1y4SfAu7I/efZ90ejxEdEEAEK32NphQrMZMDYhTRjwcbxu7zvoQAmMLdszUzmDGhYrWjHAENRUDOgNQAa6UgFyFiujoyp6RmKp0dWqThqxHWJJrU66UAygBsRZLlwFD0rMZeQLipIPrNWpNN/wA4AyOiwzDNmOZhAbCAtWIGEEZUwkVqTqdeQoBkGu2YQAbQ+WGhAoaqa16pFa6ENUHhAGSygECADKeUf/DJ/rL/AETIfDiZe1v2F2r0Z5zXhEpzyeNUWlxeU15Uwy7SDNkg0Dj94oGVT6437jzOkZV3sWFRb1HR8uh+3p2HY2VzONOKq66d56bd94SbTKDyXWZLYUyz7VZTmDxBFY5ypSqUZ7s1ho1YyjNZRQXpsNZ3FZA6BuCjqZ/9vd/LTsMXaW0asfr+bt4+PuX7W7dCO5j5fAptndk56XhZlmJ1BND416yES6zKE7q4aZgaxsWlxTrTSi9eXSWru9pu1m4vXGMdOun3PdY2ziwgA5SEwB2FAIACACBfNpaWgKZEtStK0yJ+kZu1LmpQoqVPi3jyfsWbWnGpPEuRmnmFjViSeJzjk5zlOW9J5fWayiorCKi+9oZNlFHOJ6ZS19LtPAcz3ViShazrPThzLFG2nV4cOZ5Nt3f1otQBZismtOiX0a6qW9Y8zlpQCOl2dbUqLeF83Pp/or7Ys3ShGcW2uD7eh/bwMgDGqYBd3DatZZ7V+o+vtiOa6TK2jQ/9q7H9vbwNNdF5PZ5omS9RkQdGU6qeXgIiksmfb15UJ78f9o9Xue9Jdplh5Z5Mp1U8D474hawdTQrwrQ3oE6EJggASrg1AOhoeRoDQ9xB74BMioBRmzWgPip912Q9qmkA2Mk+A9AOGbLaFmKGU1BqO8EgjuIMA2MlJZQ9AOEzHCgliAAKknIADUkwCNpLLPMdr9oPOXwp+6Q9X+I6YyPgBz5xLGODm7+8+NLdj9K8+syF62ro0NPSbIfU93hE0VlkVlQ+LU14LV+xmTEp0BbbKW6dJnh5DlKZvTRgNFZTkf/NKRUvadOpT3aizy6uw0tlW8q1dLoWr9u9/c9iuHbGXOok2kqZpmeox/hY6HkfaY5a4sJ09YarzRt17GVPWOq8zS1ikiiXdx2x2YoxqApOeuoGvfHQ7Iu61So6c3lJZ148V0+5Qu6MIx3ksPJdR0BnhAAQAEABAA1aZAdSraH9VERV6MK0HCfBj4TcJbyK6y3IqmrnFwGntjKt9jU4S3qj3uS6O/n6FqpeyksRWDwja652slrmymqRixoxqSyNUqSTqdQTxUxNOG5LdOvsbhV6EZrsfavzJSzpQZSp0IpDYycXlE9alGrTdOfBmWtEkoxU7viNxjUhJSWUcHcW86FR058V5rmEtyCCDQjMGHFdpSWHwNPd9tE1a/eHpD69kQyjg526tnRljofAuLqvOZZ3DyjQ7wdGHBhvEMayMoXE6Et6H+z0e5dqJNoABIlzN6saVP8LaH58oicWjo7e+pVlxw+T+3Mf2hvpLNKLVBc5IvE8SPVH9t8Ilkfd3MbeG8+PQiv2BnM8iazElmnsSTvJSXCy4lbZc5TpSlJ5bk/RGmENNMy2xFu6Q2kcZpmDsmV//AD8YdJGZs6spuov/AKb8f9GpENNMwGyF/rLmTJc1gJbkurHQNv7iPiBxh7joYNhexjUlCb0bbRpLbtXZZYr0mM8EGInv0+MIos0ql/bwX1Z7NTDbQ7TTLV1fQlVyQHXgWO/s0+cSRjgxLu/nX+VaR9e0z0+cEUsxoBD0slOnTlUkox4mXttqMxix7hwETJYOjoUVRhuojQpMk3ojSXbZOjSh9I5t4d0Ztapvy6juNm2f6Wjh/U9X7d3uTJcsuwVQWZiFUDUkmgA7SYiRelJRWXwR9A3VswJVlkysR6REAZqk1bU67qkgcBSHXGyqVWOVpLnz7V+M4qpfylWlPGjfAt7usAlDLNjqfoOUWLKxhbRwtW+L/Ogq167qvqJcXSAIACAAgAIACAAgA818sq2ZpUstMUWpD1EGbNLY9YMBoMqgnepA1MVbndx1m/sJ1lN4XyPi+hNHkkUjqCjvq1S2oFzYfeGlOFd8XbeE46vgcttm6t62Iw1kulcMcuv7c+grAYtGCPSJxRgymhH6oeUDWRlSnGpHdktDTXfbOlWtCCNeHcd8Qyjg5+5t3RljOfXvRLBhpVOiACbYr1nSQRKmMgJqQDlXIVp3CGuKZNSuatJYhLCJq7U2sf8AWPeqH5rCbqJ1tK5X+XkvYh3Zes2zkmU2EsKHIHLXQiFayQW9zUoNuD4kq2bTWmYpRppwnIgKq1HCqitIFFE1TaFxOO634FRWHFISTAKNz5uFSxqacBU+yFSySU4OclFdPMzFvtxmmpyUaD69sTJYOht7aNCOFx6WRCYUsEi7Z6I4Lg8jwPGkRVoylHES/s2vRo11OquzqfPHT9uXLSpMDCoIIO8RnNNPDO2hUjOKlF5T5Gz8la2bzwPaJiq6j7BWyDO1RXEcqgZAHUtlmImt93eyzL2w63wN2msp8ccvzi+o9zjQOOCAAgAIACAAgAIAKbaW0vKWXNlnNXoRuIYbx2gRBXlKKUkTUYqTaZi9ttvp8tFWzy+jxDrTjRsJ9VBoD/E3cN8Qyum18uhrbO2dRqybqSzjo9/6PIbwvEAl5rlnY1JJLOx41OZPMxBGEpvQ369zRtYfNpyS+y/EU9ua0zMuhmqvAI+faaRcp06cNc6nMXu0a9x8qW7HkuntfT6EMXfO/Bm/7b+ETb8eZm7r5C5d2ziaCTNr+RvqIN+PMRppZaLqw7OuM5iMT6oU07zTP9awx1V0Mza9xWelOLXXgt1sjjRG90+ER7y5mW6FZvLi/BihZn9RvdPhBvLmJ+nq/wAX4M75s/qN7p8IN5cxP09X+L8Gd82f1G90+EG8uYfp6v8AF+DDzZ/Ub3TBvLmH6er/ABfgw82f1G90wby5h+nq/wAX4MPNn9RvdMG8uYfp6v8AF+DOebP6je6fCDeXMP09X+L8Gc82f1G90+EG8uYv6er/ABfgznmz+o3unwg3lzF/T1f4vwZX264S+YRlbiFND2iHqol0l2hVuKeji2ux+RQ2i6Z6GhlTDzCMQe8CHqcX0mtTe+spPvQybvnfgzf9t/CF348yTdfIdssm0yzVZU3mDLeh7RSGTVOa1LNrc17aWafh0Mt7PbgxwOpR96OKHjlWKU6LjqtUdVZ7TpXHy/TLk/tz9T0jYLbm1SnWQ4a0SuZ68teIc6qPVbkARpDqdw46PVFTaWzqDi6ie6/J93PrXeej3Rej2m0erLRSQvM0UFjvOZ5fOJqVV1J9SOdqU1CHWaOLRXCAAgAIACACt2jk4rNMHAYvdIY/AGIq6zTZJReJo89mSwwKsAQciDmCOYjLNGMnF5XEwto2Cw22TNlsWk9IGdWNWXDVgAT6SkgLxFd+sWo3H/jcekgqQlOpvyee03tYqkwVgAKwAJdwASTQDUnIe2AClvm8pku02SUtME1mxcTSgpXcBirxNBD4pNNiNlubQodULDGwJC1zIFKmnDOG40yLkpdjrzmWiVNeaesJxAAyCjBL6oHCtfbD6iSegieSyvmc6SJryz11lsy5VzUE6d0NjqxWV92X7LSzSXtE1Q7IDmas1MsWECu7PKlYVxbegiehcyZwdQykMrAEEGoIOhBhrWBSutyGW4mPaXVDMlgSwqkEkFAlcNaMTU8KHtDlqsYEJNvvOVIp0sxUrpU5mmtAM4aot8Bcj9mtCzFDIwZToVNR7YGsBkSlsQu0sOpdRVlDDEBlquu8e0QYfEMlbd1vd7ZapbHqShKwCmmJcRJO8mvwEOaW6mJnUkXdfkiezJKmBmXUUIqAaVWozHMcRxhHFriGSxrDRQrABi9r9j2tlqlTFYImArNbeMBquFdSxDEcBh9tmlWUINEFSk5STRqLsu5LPLEuWDQakmrMeLNvMV28vJZlUnPG828czb7EyerNfiQvsFT/AFCLlotGylcvVI00XCsEABAAl60NKE7qmgrzNDAwMneO0NoRihRZZHIse0GtCO6KNS4qReMYLcKMGs5yVFovac4IaY1DqB1QRwIWkQSqzlxZMqcVwRCiMeEABABCvu2mRZ5s0CpRCVB0xaLXlUiHRWXgRlXtTa1axMUnhcSggqR9pxQUzzFdO/KsOgvm4CPgYi37Qzp0tpcwqVYIKAEUKGoYGup31r3UETKKWqG5HbZtROmvKdhLxSWLLRW1NK4utmMhwhFBIN4sLkvh7TeFneYqBgHWqAio6NyA1WNaHTthJRSixU8su9iUYS7UFoCJ8wKSKgEADMb6ZZQypxQsTOWjaS1yQ9nmFCQXVmYFm6xNaNWm/LLSkP3IvVDcvgVMm8MMtpfQyTiFC7IWmciHLZEbqCmUOwJk9G2LllbFJrvxnuLsR8PnEFT6iSPAym0lpmm0TcUtyZbB5LEkKkuWwq4SmFg2VW5gcoljjA1lfeW0U2cyO6yw6eiyqa0OoKsxUjtEKopCN5FXXtLNs8sy5SygCSSSrEljlX0qVyG6mUDgnxBSwObPWxjaJHRpWcZj42LEiYr5sXG4qKmo+cElo8giwv8AvaZZbdaDLCnpFlhsYJyEtRlQjnDYxTisit4ZQzL2bEjpLlSXQ1DSVKcqEYiD7Ifgbk9Tuma7yZbTaB2QMwAoBXOlKncRFaWM6EiJcIKEABABIstumS/QdlGtAcq8cOkPjOUeDGyhGXFFnZtprQCB1XJyzXM8hhpEsbmp2kToQ7DX2GZMZAZiBGO4Gvty15Zxfg5NfMsFSSSehIhw0IAIt43ek5cLjsI1B4gwydOM1hjoTcXlGHva6HkHrZqdGGh5HgeUZ1SlKD14F6nUUyviIkAQAEAEa8rGJ0p5TGgdSKjdwPcaGFTw8gzBythJ+OjPLCVzYEk05LTXkTE3xEM3TaJcVmCheglEDiik1pSpNMzlrEW/LmOwg/YNl/y8r3F8IN+XMMIYsF0LLnu/RSFQBeiKJRwSCHxHv3cYVy0DAi9rJaVTDYjKQGpYEEPiYksyuSVzJ3jLjCpxf1A89A1cmzEqXKAnok2axLOzDFmdwLZ057ySd8EptvQEif8AsGy/5eV7i+EN35cwwidKlqqhVAVVAAAyAA0AEJnIp2YgYFWAKkEEHMEHIgg7oQCFLuWzKarIlA5/cXeKHdwh28+YmEJ/YNl/y8r3F8IN+XMMIVZbnkSprTZcsK7ChpkKami6CtBpA5NrAYHLXdkmacUyVLdqUqygmnCp3Qik1wFwV8jZ+X0kzHJs5lHD0YEsYhl1sR01/Qh++8aCYLuIxQgAIACAB+x2R5rBUFT8AOJO4Q6MHJ4Q2UlFZZtrmuRJAqetM3tw5KN3br8o0aVFQ16SlUqufYWsTEQQAEABAAibLDAqwBByIOYMI0msMVPGqMhfezpl1eVVk1K6lfEfH5xRq27jrHgW6dZPSRjbWpU5E0OmZ9kV0WCbs1YGtFoVCThHWfM+iN3eaDviWlDflgjqT3Y5PT/MJX4ae6vhGhuR5FHflzDzCV+Gnur4QbkeQb8uYeYSvw091fCDcjyDflzDzCV+Gnur4QbkeQb8uYeYSvw091fCDcjyDflzDzCV+Gnur4QbkeQb8uYeYSvw091fCDcjyDflzDzCV+Gnur4QbkeQb8uYeYSvw091fCDcjyDflzDzCV+Gnur4QbkeQb8uYeYSvw091fCDcjyDflzDzCV+Gnur4QbkeQb8uYeYSvw091fCDcjyDflzDzCV+Gnur4QbkeQb8uYeYSvw091fCDcjyDflzDzCV+Gnur4QbkeQb8uZiNvbr6NlnSxhRuqwXIBhoaDiP6ecVLimk95FmhPKwzKyyzEAE58zFUsGnuW5XnUpkg1c/IcTElKi6j6hlSqodpubBYUkrhQU4neTxJjQhBQWEUZTcnlkmHjQgAIACAAgAIACADN7R7MLOBaVRX1poGP0Pz+MVqtunrHiWKdbGkhWxN09DJxMOvMNTvooqFFR3n+aHUIbscvpG1p70scjRROQhAAQAEABAAQAEABAAQAEABAAQAEABAAQAEAES9rCJ8l5TfeGR4HVT3Ghhs470cDoS3XkyOzGyhPXn5CpGEGpNDQ1I0FR29kVKdu3rIs1K+NIm3loFACgADIAZAd0XEsaIqN5FQoBAAQAEAH/2Q=="/>
          <p:cNvSpPr>
            <a:spLocks noChangeAspect="1" noChangeArrowheads="1"/>
          </p:cNvSpPr>
          <p:nvPr/>
        </p:nvSpPr>
        <p:spPr bwMode="auto">
          <a:xfrm>
            <a:off x="176213" y="-1698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sp>
        <p:nvSpPr>
          <p:cNvPr id="13322" name="AutoShape 21" descr="data:image/jpeg;base64,/9j/4AAQSkZJRgABAQAAAQABAAD/2wCEAAkGBxQSEhQUEhQWFhUVFhcXFxgWGBgXGxoYFxgWFxgXGBQYHCggIR0lHxgYITEiJykrLi4uFx8zODMtNygvLisBCgoKDg0OGxAQGywkICQsLCw0NCwvNCwsLCwsLCwsNCwsLCwsLCwsLCwsLCwsLCwsLCwtLCwsLCwsLCwsLCwsLP/AABEIAN8A4gMBEQACEQEDEQH/xAAcAAABBQEBAQAAAAAAAAAAAAAAAgMEBQYBBwj/xABHEAACAAMFBAUJBQYFAwUAAAABAgADEQQFEiExBkFRYRMicYHRBxQyUpGSobHBI0JTcvAVM2KCsuE0VHOTokNj8RY1g7PS/8QAGgEAAQUBAAAAAAAAAAAAAAAAAAECAwQFBv/EADgRAAIBAwEECAUEAgIDAQEAAAABAgMEESEFEjFRQWFxgZGhsdETIjLB8BQzUuFC8RVyI0Nikgb/2gAMAwEAAhEDEQA/APcYACAAgAIACAAgAIACAAgAiWy8El5MTWlaAZ0+UUrm/o273ZvXjhfmPMmpW86mq4FbOv4/cQDmxr8B4xk1duSf7cMdvsvctxsV/k/AhzL0mn71OwAf3ijPal1P/LHYl/vzJ42tJdBHa0OdXY/zGKruK0uM5eLJVTguCXgNkxG5N8WO0AQibXAUWs5hozDsJESKvVXCTXexrhF8Uh+XeU0aOe+h+cWIbRuocJvv19SOVvSf+JLk3649JQeyo8YvU9t1V9cU+zT3IJWMX9LwXVjtAmIGAIBrryyjetrhV6aqJNJ8/AoVabpy3WPRYIwgAIACAAgAIACAAgAIACAAgAIACAAgAIACAAgAIACACn2hkVVXG40PYdPj84wtt0cwjVXRo+x/36l6ynhuJRRzeTSCkJkQ7SAApAAQAFIACkAAFrkNYVJt4XEM4NhZ5WBVUbgBHeUaSpU4wXQsGFOW9Jy5jkSjQgAIACAAgAIACAAgAIACAAgAIACAAgAIAE4xWlRWlab6caQ3ejvbudRcPGRUOEETZgUEsaAb4ZUqRpxcpvCQsYuTwiNZ7ylu2FTmdMiPnFShtK3rTUIPV9TXqTTt6kI7zQ/apONGXiKeBixcUVWpSpvpRHTnuSUjIlaZGODaaeHxNvIUhAO0hACkABSDIBSAApABMuiTimrwXrezT40jR2VR+Lcx5LXw4eeCC5nu0316GmjszII9rtiy6YjrplXSKtzeUrfHxHxJadKVT6RVmtSzBVDWmu4juMOt7qlcLNN5/OQlSlKm8SQ9FgjEs4FKkCpoK8eENlKMcZeM6CpN8BUOECAAgAIACAAgAIACAAgAIAK29L0Evqrm/wAF7efKMraG0o0PkhrL07evq8eu3b2zqfNLh6lDKtLK+OtWrWp38jyjmoXNSFX4qfzevb1fiNKVOLjuY0NVZLSJihh3jgd4js7a4hcU1Uj/AKfIxqlN05brIN/yWKAg5Kcx9e76xmbbpTlSU4vSPFffu++SxZzipNPpKKU5UgjUGo7o5mFSVOSnHitTRklJYZrbPNDqGGhFf7R3dCtGtTVSPBr88DEnFwk4sz98SMMwnc3W8fjn3xye16HwrltcJa+/nr3mnaz3qfZoQoyywEABBkDsGQOQAEAF5cEmis3E0HYP7n4R0+wqOKcqr6XjuX9+hn3k8yUS1jeKRl7ztHSTCRoMh2Df3xxW0bn49dyXBaLsXT3vywbFvT3IJdI/cUli+IGgUZ867vr3Ra2LSnKtvp4S49eej7+HMjvJxUN18WaBmoKnQR1TaisvgZiWdEZa9Lb0rfwj0R9THHX967mplfSuHv3+S7zYt6Pw49ZMuu9qUWYctzHd28ucX9n7V3cU6706Hy7ffx5kFxa5+aHh7F9HRmaEABAAQAEABAAQAEAFZe95dGMKemf+I8YyNpbQ+Avh0/qfl/fLxfXctrff+aXD1M5HLNmodhAJl2Wwym/hPpD69oi7YXrtqmX9L4+/avPwK9eiqkes0+TDiCO4gx2XyzjzT80zI1izMW+y9G5G7VeyOIvrV21Zw6OK7P64efSbFGr8SOSwuG0aoe0fUfX2xrbDutXQfavuvv4lW8p8JokX5IxIG3qfgcj9PZFrbdDfoKouMX5PR/Z9xFaTxPHMoaRyRpBSEACaawqTk8JZDICCScXhrDDIUhACkAGpskrAirwGfbv+Md/aUfg0Y0+S8+nzMapPfm5DF7WjBLNNWyH1MVdq3XwKDxxlovu/DzwS21PfnrwRnUlkkADM5COPpwlOShFavQ1HJJZZqLHZxLQKO88TvMdzaW0bekqcf9vmY9Wo5y3mVV926v2a6D0jxPCMPa9/vP4EHouPby7unr05l20o4+eXcU8YReOQopa3PeWGiOeruPDkeXy+W3szaPw2qVR/L0Pl1dnp2cKVzbb3zx4+poI6YzAgAIACAAgAIAId6W4Sl/iPoj6nkIo394ranlfU+Hv2Int6PxZdRlmYkkk1JzJjj5Scm5SeWzZSSWEEMA6IQQ6IQQt7lttD0baH0eR4RubHv9x/AqPR8Op8u/o69OlFK6o5+dd5Y3nZOkTL0hmPDvjX2lZ/qaOF9S1Xt3+zKtCr8OXUZ6S5Vgw1B/QjjaVWVGoqkeKf4vszUlFSi0+k1AImJyYfAiO7ThcUecZLyaMfWEutGXmSypIOoNPZHA1ISpzcJcU8eBrqW8so5SGZFG13cTn2Dh8RG/KSsLeO4lvPjnx8uCKqXxJPPAOft50yiW4pxu7ZVEvmxlewkW4TwOUjmy2Sbuk4pijcDU92fhF7ZtH411CPQtX3a+uERV57tNs0kd0ZJnL1n45h4LkPqf1wjitq3Xx7h44R0X3fj5JGrb09yHaTLkslPtDvyXs3mNTYlnhfqJdOi7Ol9/R1dpXu6v8Agu8fva24Fwr6R+A4xb2rf/p4bkH878lz9v6I7ajvvL4IzpjkTVOEQoHDCiiTCil9cdvr9mxzHoniOHdHSbJvt5fBqPXo61y7V6dhnXdDHzx7y4jdKAQAEABAAmZMCgk5ACphs5xhFylwQsYuTwjI2y0mY5Y9w4DcI4q6uZXFRzfd1L88zcpU1TjuoZEVR4oQgh0QggqEEOw0DQ3VbcYwt6Q+I4x1+yr/APUQ+HN/OvNc/f8Asy7mjuPK4Mr76lKrggir1OGorlqQNafrfGVtqz+HU+NHhLj2/wB+vaWbWblHD6Ci2i2qnWGQplylerEYmJohIqKoBmCa7x8Yl2PfOMHR5ar7rx17y5Q2fTuqvzSxp0dPf/TIOyW0T21ZjTcPSK4rhFBhYdU07mHdFDa0H8b4n8vVaexYu7SNs4xhwx0l9SMspjajhuqO79AR0zo/rbWDbw+fXwZU3vhzYEZU4/Mxanu21s+UV+eLGrMpDtI48umN252hnWaZKSzzDLbCXYrTME0UEGoIyY07I3Njxcd6quz7v7GnY2lOtCTqRyuBK2M25tlomGVMEt1CEtMw4GXcD1eqSSRlQb+Eal5tCdGi+b0Xv3EN9sq2pR345WvDivf1NMjywyLMdUDNhBZgtTrhFd5pHN2Nt+orKnwXT2e74FKW9utxTeORprTPEpK8MgPkI7O6uadpR3n0aJc+S/OgyacHUlgzM6YWJY5kxxFWrOrNzm8tmvGKisIbhg45CinDCiiTCgCsQQRkRmDzh8ZOLTTw0K0msM1d3WvpUB36MOcdpZXSuKSn08H2/mpi16Xw54JUWyEIACABq1WcTFKtWh4GkQ16EK9N058GPp1HCW8jP2y53TNesvLUdo8I5q62TVpfND5l5+HT3eBp0ruE9HoyvjJLQoQ0Q6IQQ7CCChDRBaMRmpIPEajsh9OrKlNTg8NCNJrDPJr484sds6SY7PMDYlmOSekTShJ5VUjd7I6KFWF5Seenj1P81R0VBUq9DdisLhhdD/NT0Vujt1kND1JyZcVbnzVh8I5/MrWtrxi/H/aMT57atrxT8f8AaPO9jb1WzW8SXYBnLSXAzo4PVrTL0hTP1o3r2g69t8SKzj5l2f6L20Lu2nT3VNb3R09z5d56x0g417M45+na1qjxGD8NPExnNLpELHW21H4NKNPkU5S3nk6dR+t0VtpUalWhu09XlPtQ+lJKWorpB+qxzn6S4/hLwZZ348zybaRZ9otc5hZrTTEVU9BNoVTqghsNKGmL+aOmtbaVKhFdWX2v8wbVjtC2jTVNyw+tdPbwNvsNdHm9nxOKTJpxNXIhRkqmumVT2sYwto1/iVt1cI6d/T7Fa/uFVqYi8pfmTIbWWmba7RRJcwy1OCWMDAGpzapFOsaa7gI1rO3+BS+bi9X7dxoWfwaFLLmsvV6rw7jf7P2IyJEuU0wzCoqasWAJpVUBOSigAA7d8ZF7Wq1pZkmorRZ/OLMevVjVqucUln816ywimRiTCgchRThhRRJhwpJsl3vM0FB6x07uMXrWxrXGsVhc3w7ufd4kVWvCnx4l/d9gWUDQkk6ns5R01lYwtU8Ntvj/AK/O0zK1eVV6kyLxAEABAAQAEAEO2XckzMijcR9eMULrZ1G41axLmvvzJ6VxOnw4FJa7ueXmRVeI+o3RzV3s2tb6tZjzX3XR6dZoU7iFTTgyKIziY6IQQUIQBLjMd8amx/3pf9fuivX+kDKXgPYI6Mq5OiWOA9kAChAAQAEABAAQAEAFVeVpYzpNnUGkwvNmNuEqVhxLXizui09Vm5Rn/wDHp3Trvhp/+v6xntJPitR3UWtY0CISdR3xlbY/YX/ZejJ6H1Co5wtnDCiiTCijlnsrTDRRXnuHaYtW1rVuHims9fQu/wDGMnVjBZky6sdzqub9Y/D2b++OktNj0qXzVPmfl4dPf4IoVbuUtI6LzLKNgqBAAQAEABAAQAFYACAAgAzu1s+RZZLT5hw7lC0q7HRQvHXPtJ0jGvtl0Jpzj8r6uD7vuu80bH41aoqcdfsuZQ3Nfkm0isp+tTNGyYdq/UVEcxXtqlF/Mu/oNKtb1KT+Zd/QWYiuVxLajvjV2P8AvS/6/dEFf6RUdGVQgAIAGunXHgr1qFqchhB/qHtgAcgA47ACpNBzgAQtoUoHB6rAEHk1KHPtgA7InK4xKaipFeakqfiDAAuADsACd474ytsfsL/svRk1D6hZjmy2RrdbZclS81wijed/IDUnkIkp05VHuwWWPp05Te7FZZH2Q2hstsnPK6wZc0DUAmKNSKGtR6utM+NN+x2TTbzWeXyXDv5+naF/b17emp6Y6er85/0bxFAFAKAbhHSQhGCUYrCXIwm23lnYcIEABAAQAEABABGvKcUlMy6ilO8gV+MVL+tKjbynHj7vGe4moQU6iizLypzKaqxB30OvbxjjYVqlOW9CTT7ePbz7zXlCMlhosbPfTj0gG+B8PhGnR23WhpUSl5P28kVZ2cH9OhYyr2lkZkryI+VI16O17apxe6+vTz4eZVla1Fw1PC9t9onttpZmDKkuqypbZFVrmzLuZqAnuG6EqVfiPeXDoOx2dZxtqOFq3q3+dCM5PtnQjHUgj0cJoa7qEQkafxHuk13c07ek51OHLm+Rc7NeVSbLOG2L0qeulBMXtGjjTgeZirdbChNZovD5Pg/bz7jjFeNybktOroPULqviRalEyzzFmLvpqp4MpzU8iIo7Ot6tC5lGpHD3fuuHMkqTjKOUWEbpARLylzWllZLBHOjMKgd3636QAhiWLRjxkIFzUpiJBAJKslFNGoc+NBkIBdBNisk0TRMmYScLqcOuZl4TSlASEzFaAnImABFps9ommhKCSWIZSOsUKBSuh+9ibccx6vWA0HZlkmhVQTMYr1zMoDhyIoyjMgimeoJqa6gDDXfPwSVV0wpLRGQ1FWQocQYLX7lKZZFq1rkBlCxZJyyDLlMqPichz1lo0xnAprWhAOXHPQwBpkVNS1GYrBpYSoqgqTTEtTiIG7F7RwoQNC0gEGbTaEljHMZURQSzMQoA4knKMva0JToxjFZbkuHYyWi0nlnne1HlVRKpYVExtOlcEIPyJkW7TQdsR2ewpS+a4eOpce99Hn3CVLpLSBjZN+PajinOWmjWvD+EaAchGpK1jQWILCOj2Re061P4eEpLj19fvyJVntLSnWZLYq6EMrDUEaGGptPKNWcIzi4yWUz3/Z3aVZ9mSbMVpcwijoVYdYala/dOoPOmoMTT2nb045lLXktfT7nEXNjKnWcIarofV7jtovs/cWnNvAeMZVbbsnpSjjrfsvcWFkv8n4FZaLW7+kxPLQewZRk1rutW/ck31dHgtC3ClCH0ouNn55Ksp0WlOw1y+HxjoNiV5Tpypy4Rxjvzp3YKN7BKSkukto2ykEABAAidKDqVYVB1iOrSjVg4T4MdGTi8orZtxIfRZh25jx+MZFXYdKX0Sa817+ZbjezXFZIky5XGhVvgf13xQqbErx+hp+T/ADvJo3kHx0Ki0WqXLmGU8xFmChKF1xZ5jKsZlW1rUnicWvP0yi3CLnDfim1zwctl3ypwpNlq43YgDTsOo7ohhVnTeYNodCpOm8xeDGbQ+TCTP60ma8pgMlb7RPYaMO2p0jVtdtVKWk4qXk/byILzfuWnOXDwMFe/k9t1nqei6ZR96Scf/Cgf2AxuUNr2tXTe3X/9aefDzM2dvOPRktvI3KIt02oIIs7qaihB6STkQd+Ryi3WeYrBHTa3sdJ7LFYnCADgMAHYAGLTaMJQAVZ2wqO4sxPIAE+wb4AKtdoFlm0i1ASfNzixE1DyXJEp13liQVKipxDnSFwGC4lTAyhhoQCOwisIAuAAgAIAMD5Z0rYpWWlpQnkOjnCvxETUPqIqskks8zzW59kbZaqGVIfCfvv9mlOIZqVH5aw2vtC2ofXNZ5LV+X3wJClOXBG5uLyTYGV7TaDUZ4JIoOwzHFSN3oiMW529vJxpQ75ey9y9b0ZUpqonquRvbuuKzyP3UpQfWPWb3mqYxalzVq/XL28DQqXNWp9UvYdtl4ypX7yaifmYA+wmG06U5/SmxsKU5/Smy4l3RMOtF7T4VjTpbGupfUlHtftn1KcrumuGpKl3EPvOT2CnzrGhT2FFfuTb7Fj1yQyvn/iixslkWWCFGutTWNa2tKVumqa4lWpVlUeZD8WSMIAM5MvmYGamEgMaVG6uWhjmKm1riFSSWMZfFdfU0aqs6bis54DiX829AewkeMPjtyovqgn349xjsY9DJCX8u9GHYQfnSJ47dp/5Qfdh+xG7GXQx79tS6E9atNKa8uEWI7ZtXxbXd7ZI/wBHU6jwy+rnts6dMnTZDlpjFjho9K6AYScgKAdkVf11GbzvL0Oxt61vTpxpxksJY5FBelrtlkUCV5xKzqSBMUADiKUzPHnFmjTt67+fdfgZ22rqKpqNPDb6VrhLr6/TJ27vKfbpeTPLnD/uIK9lZZX41hauxLWfBOPY/fJzsbqouOprLn8q4mMFnWVgTvlOGHMlWC0HeYza3/8APyWtOa71j0z6Dp7QjTi5TWhsbqvyz2mZ9kftApJqhDBarXrUpSuHKvCDZ9ncW9R/E+nHPTOV0f0RxvLe4/b+rs1wXEa5IVW1TEWK1FWKstnmsCpoQQjEEEdkLHigRNu8UlSwPUT+kQjAat8wsk5JU5ZcxV9MgP0ZIqGZSaaCufbCoCJebFJ1lmk1SrynOgBnhOjf30VP/lgQFXtsmJLQR9ywWgOP9RpZlV/2ptO+FiKjS2H91L/In9IhrEFTrQiFQzAF2wqCaFmpWijeaAnugAo52L9qy+sxU2OacNeqCJsoYgOJqK9gh3+IvQW0m3B5mBFZgK4pg9AMDTAGPpNWvo1AwkEg5QmBBu97bJkqrz6YQ3VqpbrYWpQAGhpizihtCjWrUlClxzzxph/0NlWpUfnq8OzOpk788p8qTlLkTJhOhYrLX29Y/CKFHYFWX1zS7NX9l5hT2nSq53MvHcY+8/KvbHqJayZI3UBdh3ucP/GNOlsG3jrJuXkvLXzFldzfDQrru2ht1qmUeZPmq2XUDYQfyywF5acInq2lrRjmKimufHz1NHZF1ivu1NU+l9DXpy8C4k7O2lvRs8zvXB/VSKcruiuM16+h08rqiuM16+h7RshejpY5SWoFZqDAdGqq5I1QSK4aVzrUGLENsW0YpOTb7Gcle2ylXlKj9L19/MtHvxNyse2g+sRS27R/xjLy9yBWU+loYe/juQd5r9Iglt2X+NPz/okViumRHe/Jh0wjuP1MQS2zcvhuru/skVlT6y1s9vqik6lRXtpnG1QvN6lFy44We3BTnQxJpczLk1JjkZPLbNjoOiGiChDRDohBBQhogoGGiDNosUuZ+8lo/wCZVb5iHRqTh9La7GNcU+KK/wD9KWLMiyyVJy6iBP6KRYW0bpf+x97z6lera0aixKKHLvuCRZ5mOShUlSp6zMKEqfvE8BGps6+r16jhUeVjPBLpXIq/oaFB71NYfDi/uTLbaCiOyoZjKtQikYm4AVNOPsjZHGSt1ktJm3lKUNNS0WXEgLLWXNdWlLKzNB95taAAbzm9NaC6Eu8LfbTJMuRY5yN0RUTDMs1VYKAhC9KRQ51NctwMJhcwWDMG5bc3nGOyzKWqzos2k2R/iJYGCYPtRVSVqQfXYZ0FXacx2Ua+wm0fs7DPs5mTxLMsyi8v7SnVDGZiwgEUJNajOm6G6ZG6ZK+XJtUy7rZLnyHWe0uYAxaW5nVQhf3bHrAALSgGhGpAXTKDTJobqvCW0lSGACouLFVcJCiobFShG8boa0IYnam57bNtJnyJZm4XlPZ3DqmBUHWlmW7Cqs1GxDXDwIo5NYHJouJ0y0va0nmwzwos0ySwEyzYsTujVU9NoApzyOmUGmMZE6CPscbZZJJkTbHOdEY9EyzLPiwEk4WBnADPPI76boHh9ISxxNTed2S7SqpOUlQ2KlSMwCNR2mM3aNzUt6SlTeuceTGu3p1/lqLK4kQbI2KlDZ0Ya9er5/zkxhS2ndy/zfdp6EtKxt6WsI/f1Jtluizyv3UiSn5JaL8hEE7irP65t9rZbUIrgiXEQ4SYcOOGHAJMKOEmHIU4YUB9J9AByi7C4aikRunlkekVGsPBKdENEOiGsQUIQQUIaIKEIIdENEFCEEEvqO+NXY370v8Ar90QV/pIt4XdLnABwaj0WRmlutaVwzEIYVoKitDSOlTwVhdisaSVwSxQampLEk6szMSWPMkmEyAi9retnkzJzhistSxCipIHAfXQamFSyCHrNNxojUpiVWprSoBpXvhAEW2zdIuHG6dZWqhAPVYNQ4gQVNKEUzEAD4gAan2VHILojFTVSyhiDxBIyMAFPb9qEl+edRz5osstlTE0zEQFruFBVtMzwzXAuC9hBDsAHBqO+MnbP7C/7L0ZLR+oWY5stiTCoU4YchRJhUKcMOFEmFFEmHCiTCijglRYVFtZGuRy0LR2HBmHsJhtdYqyXJv1CDzFPqQkRCKdENYChCDRQhBDohoChCCCLRaUljFMdUHFiFHtMLCnOo8QTb6iOpUhBZm0l1kCxX7InzejlPjZVLEgGlAVGp11GkbuzLKtRm51FhNY6+KKDvaNaXw6by1qWcbIpXX7ey2WWHYYmd1ly0BALzH9FcRyG8knQAwqWQSM6L8Nrum2O4CzUl2lJiCvVIViBQ5+iV76wq4oXGGO35tJMssqzJJkmbMmS1apyQJLQNMGL1sIOW7XPQmASJN5bViXY5VrEp8ExpYYOKGWjE1cgajLKmuJeMIlqGNcGkVgRUGoOYI3jjCCGTvLbEJapcpV+xE/oJ007phU0RRuoSCWOXVYDSsOwLgrtoR/71/pWX/62gXQKugudrdqvNSUlyzNdVE2bTSXJLhC1NSSTQAaamg1RIRLJopUwMoZTVWAII3gioPshBCLel5y7OFeaSFLYagE0JBOYGdMjFHaFtUuKW7T45z5P3Gu5p2/zVHhcByxXnKnfupiPyBFe9dRHM1berS/ci1+c+Bco3FKr9EkySYjJzhhRRJhyFEmFQokwopww4USYUUvrLYaoh4qp9oEdPbWu9RhLml6GbUrYm11sq72TDOcc6+0A/WMbaMNy5muvPisly2lmlEiiKJMKEIIdENEId53zIsylp81EAFSCat3IKse4RLSt6tZ4hFv858Aaag540XSYy9PKxZ0qLPKmTTxb7JPjVv+IjVo7Cqy1qSUfN+3mUZ3kV9KyZxPKHbbRMw4klJQ9WUtDyq7En2UjThse2prLTk+v2X9mZf3tZUm4vHYdkSZ1oeih5rntY95Og5mLMp0qEMvEV4HOxhWuZ4WZPxN5shs1MszmZNYYmQrgGdKlTUtpXq6D2xRo7QhcVHTgtEs5/rvN6y2bO2/8k3q9MefHuNZFs0CuvK61tKvLtAVpJpRBUEmnpM2oINaAdtTWgXOAzgrZexNkUOFE0CZlMAtE8B9fTAfranXiYXeYuWOT9kLM6hJnTOg0R7RPZRQUBCmZSo3cIN5iZGL32ZRpeFVnzgzKGR7ZPC4a1LEM5BoQMvlSDeBMnXdJny5EmWkqUuFFUh5rt0dB6Iopx4dPTWtNRCPAEe8djbJPZnnSyzvTGwd0xEAgEqjAVAJGmkLvMVSaH5ezMgLNX7U9Ng6QmdNZj0fofaFsQpyMJkTJEvDYqzTgcTT8ZBXpOnmO4UggpimFhhNTVSKZmF3hU8F1dlhWRKlyUrhlqFGI1NBxP6ENEIO1F0G1ShLVgpDYwSKgkKwoaaelrnpFe5u1bRU2srOPX2K9zaO6huJ4fH88Tza9LmnWY/aIQK5OM1PCjDfy1ie3u6Nwvkeerp8DnK9nXtn8671w8SNaNsrZZgnRzcQqarMHSAimlT1h3EQ2ezLarxjjs0/ryNPZl5Xbacspc9S4uryuDIWqzkcWkmo/wBt6Ee8Yzq2wHxpT7n7r2RuQvP5I2dz7WWS1fuZy10wvVGrwo9K91Yya9jXo/XHw19C9SfxYuUE2lx6i6MVRwkw4USYUU4Ydr0Cm0lJhUDgAPZHeU4bkVFdCwYEnvNsodo5VHVvWFO8H+/wjndtU8VYz5rHh/s0rGWYOPIiWe7pr6KQOLZfOKNLZ9xV4Rx26f35E87inHiyxkXD679y+J8I06Ww+mrPw937FSd9/FeJ5T5R7ZPk22bJWa6ygEZFU4cmQVqRQnrYtTEsrKjRniMfHX1Oi2XGnVt1UaTlrnx9sGGtqYpbjeVPt1iem8SRcvafxLecF/F+hQXVdk60vgkS2mNvCjIc2Y5KOZIi/WrU6Md6o0l+eJwcISnpFHp2yvkw6NlmWuZUj/pS9Mx96Ycz2ADtMYF3tzPy0F3v7L38Cz/x8akcVeHI3NptdnsMvPDLXcqjrMeQ1J5nvMY8KVxeT6W+b4L27CWpVt7OnriK5Liyq2d2ke12plwhZaymIXUk4kFWbsJyHHfHQWmz4Wy3s5k/zQyqG0pXVZxxiKXfxXE1UXC+EABAA2k5SSAc1ND20B+ogAbNrXpRKzxYS/ICtBnzz04HlUATNtqrMWWa4mOVKbhUk8Nw515GgGB9JgOIA+iaHkaBqewg98AC4ACAAgAotrr0ezSpcyXSvShSCKgqUckfAacIirW0LiG5Pt7ypeXU7aCnDnjuwzty7RyLWMBorkUMt6GvHCTkw+PKOcutn1rZ7y1XNffl+alu02jRulu8Hyf25lJtV5O5NpFZLdA4qQKYpZrTVdRpuOXAxatNs1aWlRby8/Hp7/Ef/wAdSi3KmsN+B5RtDsxarGft5ZCbpi9aWf5xp2NQx0dte0bj9uWvJ6Pw9slapRnDihy4E+zJ4t8gP7wy5fz4Op2DDdt5S5y9Ev7NFdl52iWyrImupYhVWtVqTQdRqjfwijO3p1PqivzrNSrSpSTlNdZ79PuJT6LEduYgq7DpvWnJrt1Xv5nFwvZL6lkrp90zV3Yh/Dn8NYzKuyrmnwW8ur20fqW4XVOXTjtGrBIJnIpBGdSDlkM9O6IrOi5XMISWNc+Gv2H1ppUnJGtjtDEOUhMAdhQCADynyt3FNm2qRMkozl5RQ00BltUFmOQr0m87ozr6cKbUpPB0uxLmEKM4zeMPPj/orbn2EUUa0vi/gSoH8z6nup2mMKttJ8Ka737F2ttF8Ka737f7NbZLLKs8vDLVJUtQTQAKo4k/UmM2c51ZZk22+9mSlGK00Rgdq/KeqVl2EB2zBnMOoPyL97tOX5o2rPYspfNX0XLp7+Xr2FOrdpaQM01uaf8AaOxYuK1Jqezu4RuQpxprdisJHFXLqOrL4jyzVeTj/Ev/AKLf1y4SfAu7I/efZ90ejxEdEEAEK32NphQrMZMDYhTRjwcbxu7zvoQAmMLdszUzmDGhYrWjHAENRUDOgNQAa6UgFyFiujoyp6RmKp0dWqThqxHWJJrU66UAygBsRZLlwFD0rMZeQLipIPrNWpNN/wA4AyOiwzDNmOZhAbCAtWIGEEZUwkVqTqdeQoBkGu2YQAbQ+WGhAoaqa16pFa6ENUHhAGSygECADKeUf/DJ/rL/AETIfDiZe1v2F2r0Z5zXhEpzyeNUWlxeU15Uwy7SDNkg0Dj94oGVT6437jzOkZV3sWFRb1HR8uh+3p2HY2VzONOKq66d56bd94SbTKDyXWZLYUyz7VZTmDxBFY5ypSqUZ7s1ho1YyjNZRQXpsNZ3FZA6BuCjqZ/9vd/LTsMXaW0asfr+bt4+PuX7W7dCO5j5fAptndk56XhZlmJ1BND416yES6zKE7q4aZgaxsWlxTrTSi9eXSWru9pu1m4vXGMdOun3PdY2ziwgA5SEwB2FAIACACBfNpaWgKZEtStK0yJ+kZu1LmpQoqVPi3jyfsWbWnGpPEuRmnmFjViSeJzjk5zlOW9J5fWayiorCKi+9oZNlFHOJ6ZS19LtPAcz3ViShazrPThzLFG2nV4cOZ5Nt3f1otQBZismtOiX0a6qW9Y8zlpQCOl2dbUqLeF83Pp/or7Ys3ShGcW2uD7eh/bwMgDGqYBd3DatZZ7V+o+vtiOa6TK2jQ/9q7H9vbwNNdF5PZ5omS9RkQdGU6qeXgIiksmfb15UJ78f9o9Xue9Jdplh5Z5Mp1U8D474hawdTQrwrQ3oE6EJggASrg1AOhoeRoDQ9xB74BMioBRmzWgPip912Q9qmkA2Mk+A9AOGbLaFmKGU1BqO8EgjuIMA2MlJZQ9AOEzHCgliAAKknIADUkwCNpLLPMdr9oPOXwp+6Q9X+I6YyPgBz5xLGODm7+8+NLdj9K8+syF62ro0NPSbIfU93hE0VlkVlQ+LU14LV+xmTEp0BbbKW6dJnh5DlKZvTRgNFZTkf/NKRUvadOpT3aizy6uw0tlW8q1dLoWr9u9/c9iuHbGXOok2kqZpmeox/hY6HkfaY5a4sJ09YarzRt17GVPWOq8zS1ikiiXdx2x2YoxqApOeuoGvfHQ7Iu61So6c3lJZ148V0+5Qu6MIx3ksPJdR0BnhAAQAEABAA1aZAdSraH9VERV6MK0HCfBj4TcJbyK6y3IqmrnFwGntjKt9jU4S3qj3uS6O/n6FqpeyksRWDwja652slrmymqRixoxqSyNUqSTqdQTxUxNOG5LdOvsbhV6EZrsfavzJSzpQZSp0IpDYycXlE9alGrTdOfBmWtEkoxU7viNxjUhJSWUcHcW86FR058V5rmEtyCCDQjMGHFdpSWHwNPd9tE1a/eHpD69kQyjg526tnRljofAuLqvOZZ3DyjQ7wdGHBhvEMayMoXE6Et6H+z0e5dqJNoABIlzN6saVP8LaH58oicWjo7e+pVlxw+T+3Mf2hvpLNKLVBc5IvE8SPVH9t8Ilkfd3MbeG8+PQiv2BnM8iazElmnsSTvJSXCy4lbZc5TpSlJ5bk/RGmENNMy2xFu6Q2kcZpmDsmV//AD8YdJGZs6spuov/AKb8f9GpENNMwGyF/rLmTJc1gJbkurHQNv7iPiBxh7joYNhexjUlCb0bbRpLbtXZZYr0mM8EGInv0+MIos0ql/bwX1Z7NTDbQ7TTLV1fQlVyQHXgWO/s0+cSRjgxLu/nX+VaR9e0z0+cEUsxoBD0slOnTlUkox4mXttqMxix7hwETJYOjoUVRhuojQpMk3ojSXbZOjSh9I5t4d0Ztapvy6juNm2f6Wjh/U9X7d3uTJcsuwVQWZiFUDUkmgA7SYiRelJRWXwR9A3VswJVlkysR6REAZqk1bU67qkgcBSHXGyqVWOVpLnz7V+M4qpfylWlPGjfAt7usAlDLNjqfoOUWLKxhbRwtW+L/Ogq167qvqJcXSAIACAAgAIACAAgA818sq2ZpUstMUWpD1EGbNLY9YMBoMqgnepA1MVbndx1m/sJ1lN4XyPi+hNHkkUjqCjvq1S2oFzYfeGlOFd8XbeE46vgcttm6t62Iw1kulcMcuv7c+grAYtGCPSJxRgymhH6oeUDWRlSnGpHdktDTXfbOlWtCCNeHcd8Qyjg5+5t3RljOfXvRLBhpVOiACbYr1nSQRKmMgJqQDlXIVp3CGuKZNSuatJYhLCJq7U2sf8AWPeqH5rCbqJ1tK5X+XkvYh3Zes2zkmU2EsKHIHLXQiFayQW9zUoNuD4kq2bTWmYpRppwnIgKq1HCqitIFFE1TaFxOO634FRWHFISTAKNz5uFSxqacBU+yFSySU4OclFdPMzFvtxmmpyUaD69sTJYOht7aNCOFx6WRCYUsEi7Z6I4Lg8jwPGkRVoylHES/s2vRo11OquzqfPHT9uXLSpMDCoIIO8RnNNPDO2hUjOKlF5T5Gz8la2bzwPaJiq6j7BWyDO1RXEcqgZAHUtlmImt93eyzL2w63wN2msp8ccvzi+o9zjQOOCAAgAIACAAgAIAKbaW0vKWXNlnNXoRuIYbx2gRBXlKKUkTUYqTaZi9ttvp8tFWzy+jxDrTjRsJ9VBoD/E3cN8Qyum18uhrbO2dRqybqSzjo9/6PIbwvEAl5rlnY1JJLOx41OZPMxBGEpvQ369zRtYfNpyS+y/EU9ua0zMuhmqvAI+faaRcp06cNc6nMXu0a9x8qW7HkuntfT6EMXfO/Bm/7b+ETb8eZm7r5C5d2ziaCTNr+RvqIN+PMRppZaLqw7OuM5iMT6oU07zTP9awx1V0Mza9xWelOLXXgt1sjjRG90+ER7y5mW6FZvLi/BihZn9RvdPhBvLmJ+nq/wAX4M75s/qN7p8IN5cxP09X+L8Gd82f1G90+EG8uYfp6v8AF+DDzZ/Ub3TBvLmH6er/ABfgw82f1G90wby5h+nq/wAX4MPNn9RvdMG8uYfp6v8AF+DOebP6je6fCDeXMP09X+L8Gc82f1G90+EG8uYv6er/ABfgznmz+o3unwg3lzF/T1f4vwZX264S+YRlbiFND2iHqol0l2hVuKeji2ux+RQ2i6Z6GhlTDzCMQe8CHqcX0mtTe+spPvQybvnfgzf9t/CF348yTdfIdssm0yzVZU3mDLeh7RSGTVOa1LNrc17aWafh0Mt7PbgxwOpR96OKHjlWKU6LjqtUdVZ7TpXHy/TLk/tz9T0jYLbm1SnWQ4a0SuZ68teIc6qPVbkARpDqdw46PVFTaWzqDi6ie6/J93PrXeej3Rej2m0erLRSQvM0UFjvOZ5fOJqVV1J9SOdqU1CHWaOLRXCAAgAIACACt2jk4rNMHAYvdIY/AGIq6zTZJReJo89mSwwKsAQciDmCOYjLNGMnF5XEwto2Cw22TNlsWk9IGdWNWXDVgAT6SkgLxFd+sWo3H/jcekgqQlOpvyee03tYqkwVgAKwAJdwASTQDUnIe2AClvm8pku02SUtME1mxcTSgpXcBirxNBD4pNNiNlubQodULDGwJC1zIFKmnDOG40yLkpdjrzmWiVNeaesJxAAyCjBL6oHCtfbD6iSegieSyvmc6SJryz11lsy5VzUE6d0NjqxWV92X7LSzSXtE1Q7IDmas1MsWECu7PKlYVxbegiehcyZwdQykMrAEEGoIOhBhrWBSutyGW4mPaXVDMlgSwqkEkFAlcNaMTU8KHtDlqsYEJNvvOVIp0sxUrpU5mmtAM4aot8Bcj9mtCzFDIwZToVNR7YGsBkSlsQu0sOpdRVlDDEBlquu8e0QYfEMlbd1vd7ZapbHqShKwCmmJcRJO8mvwEOaW6mJnUkXdfkiezJKmBmXUUIqAaVWozHMcRxhHFriGSxrDRQrABi9r9j2tlqlTFYImArNbeMBquFdSxDEcBh9tmlWUINEFSk5STRqLsu5LPLEuWDQakmrMeLNvMV28vJZlUnPG828czb7EyerNfiQvsFT/AFCLlotGylcvVI00XCsEABAAl60NKE7qmgrzNDAwMneO0NoRihRZZHIse0GtCO6KNS4qReMYLcKMGs5yVFovac4IaY1DqB1QRwIWkQSqzlxZMqcVwRCiMeEABABCvu2mRZ5s0CpRCVB0xaLXlUiHRWXgRlXtTa1axMUnhcSggqR9pxQUzzFdO/KsOgvm4CPgYi37Qzp0tpcwqVYIKAEUKGoYGup31r3UETKKWqG5HbZtROmvKdhLxSWLLRW1NK4utmMhwhFBIN4sLkvh7TeFneYqBgHWqAio6NyA1WNaHTthJRSixU8su9iUYS7UFoCJ8wKSKgEADMb6ZZQypxQsTOWjaS1yQ9nmFCQXVmYFm6xNaNWm/LLSkP3IvVDcvgVMm8MMtpfQyTiFC7IWmciHLZEbqCmUOwJk9G2LllbFJrvxnuLsR8PnEFT6iSPAym0lpmm0TcUtyZbB5LEkKkuWwq4SmFg2VW5gcoljjA1lfeW0U2cyO6yw6eiyqa0OoKsxUjtEKopCN5FXXtLNs8sy5SygCSSSrEljlX0qVyG6mUDgnxBSwObPWxjaJHRpWcZj42LEiYr5sXG4qKmo+cElo8giwv8AvaZZbdaDLCnpFlhsYJyEtRlQjnDYxTisit4ZQzL2bEjpLlSXQ1DSVKcqEYiD7Ifgbk9Tuma7yZbTaB2QMwAoBXOlKncRFaWM6EiJcIKEABABIstumS/QdlGtAcq8cOkPjOUeDGyhGXFFnZtprQCB1XJyzXM8hhpEsbmp2kToQ7DX2GZMZAZiBGO4Gvty15Zxfg5NfMsFSSSehIhw0IAIt43ek5cLjsI1B4gwydOM1hjoTcXlGHva6HkHrZqdGGh5HgeUZ1SlKD14F6nUUyviIkAQAEAEa8rGJ0p5TGgdSKjdwPcaGFTw8gzBythJ+OjPLCVzYEk05LTXkTE3xEM3TaJcVmCheglEDiik1pSpNMzlrEW/LmOwg/YNl/y8r3F8IN+XMMIYsF0LLnu/RSFQBeiKJRwSCHxHv3cYVy0DAi9rJaVTDYjKQGpYEEPiYksyuSVzJ3jLjCpxf1A89A1cmzEqXKAnok2axLOzDFmdwLZ057ySd8EptvQEif8AsGy/5eV7i+EN35cwwidKlqqhVAVVAAAyAA0AEJnIp2YgYFWAKkEEHMEHIgg7oQCFLuWzKarIlA5/cXeKHdwh28+YmEJ/YNl/y8r3F8IN+XMMIVZbnkSprTZcsK7ChpkKami6CtBpA5NrAYHLXdkmacUyVLdqUqygmnCp3Qik1wFwV8jZ+X0kzHJs5lHD0YEsYhl1sR01/Qh++8aCYLuIxQgAIACAB+x2R5rBUFT8AOJO4Q6MHJ4Q2UlFZZtrmuRJAqetM3tw5KN3br8o0aVFQ16SlUqufYWsTEQQAEABAAibLDAqwBByIOYMI0msMVPGqMhfezpl1eVVk1K6lfEfH5xRq27jrHgW6dZPSRjbWpU5E0OmZ9kV0WCbs1YGtFoVCThHWfM+iN3eaDviWlDflgjqT3Y5PT/MJX4ae6vhGhuR5FHflzDzCV+Gnur4QbkeQb8uYeYSvw091fCDcjyDflzDzCV+Gnur4QbkeQb8uYeYSvw091fCDcjyDflzDzCV+Gnur4QbkeQb8uYeYSvw091fCDcjyDflzDzCV+Gnur4QbkeQb8uYeYSvw091fCDcjyDflzDzCV+Gnur4QbkeQb8uYeYSvw091fCDcjyDflzDzCV+Gnur4QbkeQb8uYeYSvw091fCDcjyDflzDzCV+Gnur4QbkeQb8uYeYSvw091fCDcjyDflzDzCV+Gnur4QbkeQb8uZiNvbr6NlnSxhRuqwXIBhoaDiP6ecVLimk95FmhPKwzKyyzEAE58zFUsGnuW5XnUpkg1c/IcTElKi6j6hlSqodpubBYUkrhQU4neTxJjQhBQWEUZTcnlkmHjQgAIACAAgAIACADN7R7MLOBaVRX1poGP0Pz+MVqtunrHiWKdbGkhWxN09DJxMOvMNTvooqFFR3n+aHUIbscvpG1p70scjRROQhAAQAEABAAQAEABAAQAEABAAQAEABAAQAEAES9rCJ8l5TfeGR4HVT3Ghhs470cDoS3XkyOzGyhPXn5CpGEGpNDQ1I0FR29kVKdu3rIs1K+NIm3loFACgADIAZAd0XEsaIqN5FQoBAAQAEAH/2Q=="/>
          <p:cNvSpPr>
            <a:spLocks noChangeAspect="1" noChangeArrowheads="1"/>
          </p:cNvSpPr>
          <p:nvPr/>
        </p:nvSpPr>
        <p:spPr bwMode="auto">
          <a:xfrm>
            <a:off x="176213" y="-169863"/>
            <a:ext cx="304800" cy="3048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US"/>
          </a:p>
        </p:txBody>
      </p:sp>
      <p:pic>
        <p:nvPicPr>
          <p:cNvPr id="133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6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grpSp>
          <p:nvGrpSpPr>
            <p:cNvPr id="14345" name="Group 8"/>
            <p:cNvGrpSpPr>
              <a:grpSpLocks/>
            </p:cNvGrpSpPr>
            <p:nvPr/>
          </p:nvGrpSpPr>
          <p:grpSpPr bwMode="auto">
            <a:xfrm>
              <a:off x="107631" y="188640"/>
              <a:ext cx="2640014" cy="973138"/>
              <a:chOff x="4164" y="185"/>
              <a:chExt cx="1663" cy="613"/>
            </a:xfrm>
          </p:grpSpPr>
          <p:pic>
            <p:nvPicPr>
              <p:cNvPr id="14347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164" y="210"/>
                <a:ext cx="492" cy="588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</p:pic>
          <p:sp>
            <p:nvSpPr>
              <p:cNvPr id="14348" name="Text Box 5"/>
              <p:cNvSpPr txBox="1">
                <a:spLocks noChangeArrowheads="1"/>
              </p:cNvSpPr>
              <p:nvPr/>
            </p:nvSpPr>
            <p:spPr bwMode="auto">
              <a:xfrm>
                <a:off x="4690" y="185"/>
                <a:ext cx="1137" cy="52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sz="2600">
                    <a:solidFill>
                      <a:srgbClr val="F2F2F2"/>
                    </a:solidFill>
                    <a:latin typeface="Times New Roman" pitchFamily="18" charset="0"/>
                    <a:cs typeface="Arabic Typesetting" pitchFamily="66" charset="-78"/>
                  </a:rPr>
                  <a:t>University</a:t>
                </a:r>
              </a:p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sz="2600" i="1">
                    <a:solidFill>
                      <a:srgbClr val="F2F2F2"/>
                    </a:solidFill>
                    <a:latin typeface="Times New Roman" pitchFamily="18" charset="0"/>
                    <a:cs typeface="Arabic Typesetting" pitchFamily="66" charset="-78"/>
                  </a:rPr>
                  <a:t> of</a:t>
                </a:r>
                <a:r>
                  <a:rPr lang="en-GB" sz="2600">
                    <a:solidFill>
                      <a:srgbClr val="F2F2F2"/>
                    </a:solidFill>
                    <a:latin typeface="Times New Roman" pitchFamily="18" charset="0"/>
                    <a:cs typeface="Arabic Typesetting" pitchFamily="66" charset="-78"/>
                  </a:rPr>
                  <a:t>  Tripoli</a:t>
                </a:r>
              </a:p>
            </p:txBody>
          </p:sp>
        </p:grpSp>
        <p:pic>
          <p:nvPicPr>
            <p:cNvPr id="14346" name="Picture 1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6444208" y="260648"/>
              <a:ext cx="720079" cy="882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4339" name="Text Box 1"/>
          <p:cNvSpPr txBox="1">
            <a:spLocks noChangeArrowheads="1"/>
          </p:cNvSpPr>
          <p:nvPr/>
        </p:nvSpPr>
        <p:spPr bwMode="auto">
          <a:xfrm>
            <a:off x="468313" y="2060575"/>
            <a:ext cx="8135937" cy="4248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457200" lvl="1" indent="-457200">
              <a:spcBef>
                <a:spcPts val="500"/>
              </a:spcBef>
              <a:buClr>
                <a:srgbClr val="00213B"/>
              </a:buClr>
              <a:buSzPct val="100000"/>
              <a:buFont typeface="Arial" pitchFamily="34" charset="0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b="1" dirty="0">
                <a:solidFill>
                  <a:srgbClr val="00213B"/>
                </a:solidFill>
                <a:latin typeface="Times New Roman" pitchFamily="18" charset="0"/>
                <a:cs typeface="Times New Roman" pitchFamily="18" charset="0"/>
              </a:rPr>
              <a:t>Start Your Dissertation 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Common Structure 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Recommended Layout 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General Guidelines</a:t>
            </a:r>
          </a:p>
          <a:p>
            <a:pPr marL="457200" lvl="1" indent="-457200">
              <a:spcBef>
                <a:spcPts val="500"/>
              </a:spcBef>
              <a:buClr>
                <a:srgbClr val="00213B"/>
              </a:buClr>
              <a:buSzPct val="100000"/>
              <a:buFont typeface="Arial" pitchFamily="34" charset="0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b="1" dirty="0">
                <a:solidFill>
                  <a:srgbClr val="00213B"/>
                </a:solidFill>
                <a:latin typeface="Times New Roman" pitchFamily="18" charset="0"/>
                <a:cs typeface="Times New Roman" pitchFamily="18" charset="0"/>
              </a:rPr>
              <a:t>Organize Your Dissertation (Using MS Word)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Text  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00213B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sz="2000" b="1" i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Other Features (Equations, Back ups, and Binding)</a:t>
            </a:r>
          </a:p>
          <a:p>
            <a:pPr marL="457200" lvl="1" indent="-457200">
              <a:spcBef>
                <a:spcPts val="500"/>
              </a:spcBef>
              <a:buClr>
                <a:srgbClr val="00213B"/>
              </a:buClr>
              <a:buSzPct val="100000"/>
              <a:buFont typeface="Arial" pitchFamily="34" charset="0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</a:pPr>
            <a:r>
              <a:rPr lang="en-GB" b="1" dirty="0">
                <a:solidFill>
                  <a:srgbClr val="00213B"/>
                </a:solidFill>
                <a:latin typeface="Times New Roman" pitchFamily="18" charset="0"/>
                <a:cs typeface="Times New Roman" pitchFamily="18" charset="0"/>
              </a:rPr>
              <a:t>Simple Model of Dissertation using MS Word</a:t>
            </a:r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381000" y="1447800"/>
            <a:ext cx="8380413" cy="684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4000" b="1">
                <a:solidFill>
                  <a:srgbClr val="00213B"/>
                </a:solidFill>
                <a:latin typeface="Times New Roman" pitchFamily="18" charset="0"/>
              </a:rPr>
              <a:t>Outline</a:t>
            </a:r>
          </a:p>
        </p:txBody>
      </p:sp>
      <p:sp>
        <p:nvSpPr>
          <p:cNvPr id="14342" name="Text Box 2"/>
          <p:cNvSpPr txBox="1">
            <a:spLocks noChangeArrowheads="1"/>
          </p:cNvSpPr>
          <p:nvPr/>
        </p:nvSpPr>
        <p:spPr bwMode="auto">
          <a:xfrm>
            <a:off x="2268538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4343" name="Text Box 5"/>
          <p:cNvSpPr txBox="1">
            <a:spLocks noChangeArrowheads="1"/>
          </p:cNvSpPr>
          <p:nvPr/>
        </p:nvSpPr>
        <p:spPr bwMode="auto">
          <a:xfrm>
            <a:off x="7159625" y="182563"/>
            <a:ext cx="2020888" cy="12096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600">
                <a:solidFill>
                  <a:srgbClr val="F2F2F2"/>
                </a:solidFill>
                <a:latin typeface="Times New Roman" pitchFamily="18" charset="0"/>
                <a:cs typeface="Arabic Typesetting" pitchFamily="66" charset="-78"/>
              </a:rPr>
              <a:t>Computer Engineering</a:t>
            </a:r>
          </a:p>
          <a:p>
            <a:pPr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600">
                <a:solidFill>
                  <a:srgbClr val="F2F2F2"/>
                </a:solidFill>
                <a:latin typeface="Times New Roman" pitchFamily="18" charset="0"/>
                <a:cs typeface="Arabic Typesetting" pitchFamily="66" charset="-78"/>
              </a:rPr>
              <a:t>Department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1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62" name="Group 14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15371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15363" name="Text Box 1"/>
          <p:cNvSpPr txBox="1">
            <a:spLocks noChangeArrowheads="1"/>
          </p:cNvSpPr>
          <p:nvPr/>
        </p:nvSpPr>
        <p:spPr bwMode="auto">
          <a:xfrm>
            <a:off x="381000" y="1449388"/>
            <a:ext cx="8380413" cy="6842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800" b="1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Common Dissertation Structure</a:t>
            </a:r>
          </a:p>
        </p:txBody>
      </p:sp>
      <p:sp>
        <p:nvSpPr>
          <p:cNvPr id="15364" name="Text Box 2"/>
          <p:cNvSpPr txBox="1">
            <a:spLocks noChangeArrowheads="1"/>
          </p:cNvSpPr>
          <p:nvPr/>
        </p:nvSpPr>
        <p:spPr bwMode="auto">
          <a:xfrm>
            <a:off x="0" y="1941513"/>
            <a:ext cx="9109075" cy="48688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441325" lvl="1" indent="-266700">
              <a:lnSpc>
                <a:spcPct val="93000"/>
              </a:lnSpc>
              <a:spcBef>
                <a:spcPts val="500"/>
              </a:spcBef>
              <a:buClr>
                <a:srgbClr val="00213B"/>
              </a:buClr>
              <a:buSzPct val="100000"/>
              <a:buFont typeface="Arial" pitchFamily="34" charset="0"/>
              <a:buChar char="•"/>
              <a:tabLst>
                <a:tab pos="441325" algn="l"/>
                <a:tab pos="889000" algn="l"/>
                <a:tab pos="1338263" algn="l"/>
                <a:tab pos="1787525" algn="l"/>
                <a:tab pos="2236788" algn="l"/>
                <a:tab pos="2686050" algn="l"/>
                <a:tab pos="3135313" algn="l"/>
                <a:tab pos="3584575" algn="l"/>
                <a:tab pos="4033838" algn="l"/>
                <a:tab pos="4483100" algn="l"/>
                <a:tab pos="4932363" algn="l"/>
                <a:tab pos="5381625" algn="l"/>
                <a:tab pos="5830888" algn="l"/>
                <a:tab pos="6280150" algn="l"/>
                <a:tab pos="6729413" algn="l"/>
                <a:tab pos="7178675" algn="l"/>
                <a:tab pos="7627938" algn="l"/>
                <a:tab pos="8077200" algn="l"/>
                <a:tab pos="8526463" algn="l"/>
                <a:tab pos="8975725" algn="l"/>
                <a:tab pos="9424988" algn="l"/>
              </a:tabLst>
            </a:pPr>
            <a:endParaRPr lang="en-US" sz="1800">
              <a:solidFill>
                <a:srgbClr val="000000"/>
              </a:solidFill>
            </a:endParaRPr>
          </a:p>
        </p:txBody>
      </p:sp>
      <p:sp>
        <p:nvSpPr>
          <p:cNvPr id="17" name="Content Placeholder 2"/>
          <p:cNvSpPr txBox="1">
            <a:spLocks/>
          </p:cNvSpPr>
          <p:nvPr/>
        </p:nvSpPr>
        <p:spPr>
          <a:xfrm>
            <a:off x="250825" y="2060575"/>
            <a:ext cx="8569325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8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Two Ways:</a:t>
            </a:r>
          </a:p>
          <a:p>
            <a:pPr marL="914400" lvl="1" indent="-45720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ＭＳ Ｐゴシック" pitchFamily="32" charset="-128"/>
                <a:cs typeface="+mn-cs"/>
              </a:rPr>
              <a:t>Write everything together in one big word document.</a:t>
            </a:r>
            <a:endParaRPr lang="en-GB" sz="2000" b="1" kern="0" dirty="0">
              <a:solidFill>
                <a:srgbClr val="00213B"/>
              </a:solidFill>
              <a:latin typeface="+mn-lt"/>
              <a:ea typeface="ＭＳ Ｐゴシック" pitchFamily="32" charset="-128"/>
              <a:cs typeface="+mn-cs"/>
            </a:endParaRPr>
          </a:p>
          <a:p>
            <a:pPr marL="914400" lvl="1" indent="-45720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+mj-lt"/>
              <a:buAutoNum type="arabicPeriod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Break your report (1 Word document per chapter)  (Better)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WHY Second Approach is better?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It is easier to manage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Navigation is easier (Scroll through tens of pages rather than hundreds)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You can send one section for correction while working on another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Group work is easier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Less risk of Word crashing due to the large size of the document + figures + tables etc.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5367" name="Text Box 2"/>
          <p:cNvSpPr txBox="1">
            <a:spLocks noChangeArrowheads="1"/>
          </p:cNvSpPr>
          <p:nvPr/>
        </p:nvSpPr>
        <p:spPr bwMode="auto">
          <a:xfrm>
            <a:off x="2268538" y="-26988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6156325" y="-26988"/>
            <a:ext cx="2952750" cy="1412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Start Your Dissertation 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Common Structure 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Recommended Layout 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General Guidelines</a:t>
            </a: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  <a:endParaRPr lang="ar-LY" sz="100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  <a:p>
            <a:pPr marL="18573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endParaRPr lang="en-GB" sz="120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</p:txBody>
      </p:sp>
      <p:pic>
        <p:nvPicPr>
          <p:cNvPr id="1536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2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6" descr="MyProjectFolder.bmp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335463" y="2420938"/>
            <a:ext cx="3836987" cy="2592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6264275" y="44450"/>
            <a:ext cx="3132138" cy="1296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530225" lvl="1" indent="-73025">
              <a:lnSpc>
                <a:spcPct val="93000"/>
              </a:lnSpc>
              <a:spcBef>
                <a:spcPts val="6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Introduction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</a:t>
            </a: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Background</a:t>
            </a:r>
            <a:r>
              <a:rPr lang="en-GB" sz="1000" b="1" dirty="0">
                <a:solidFill>
                  <a:srgbClr val="00CC99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</a:t>
            </a: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	(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VP</a:t>
            </a:r>
            <a:r>
              <a:rPr lang="en-GB" sz="8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&amp; GAs)</a:t>
            </a: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Related Work   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Preparing for Your Dissertation 		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 Experiments &amp; Results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 Conclusion</a:t>
            </a:r>
          </a:p>
        </p:txBody>
      </p:sp>
      <p:sp>
        <p:nvSpPr>
          <p:cNvPr id="16388" name="Text Box 2"/>
          <p:cNvSpPr txBox="1">
            <a:spLocks noChangeArrowheads="1"/>
          </p:cNvSpPr>
          <p:nvPr/>
        </p:nvSpPr>
        <p:spPr bwMode="auto">
          <a:xfrm>
            <a:off x="2339975" y="260350"/>
            <a:ext cx="4392613" cy="404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400" b="1">
                <a:solidFill>
                  <a:srgbClr val="FFFF00"/>
                </a:solidFill>
              </a:rPr>
              <a:t>Preparing for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grpSp>
        <p:nvGrpSpPr>
          <p:cNvPr id="16389" name="Group 13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15" name="Rectangle 14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16397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1" name="Text Box 1"/>
          <p:cNvSpPr txBox="1">
            <a:spLocks noChangeArrowheads="1"/>
          </p:cNvSpPr>
          <p:nvPr/>
        </p:nvSpPr>
        <p:spPr bwMode="auto">
          <a:xfrm>
            <a:off x="381000" y="1412875"/>
            <a:ext cx="8380413" cy="684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800" b="1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Recommended Dissertation Layout</a:t>
            </a:r>
          </a:p>
        </p:txBody>
      </p:sp>
      <p:sp>
        <p:nvSpPr>
          <p:cNvPr id="22" name="Content Placeholder 2"/>
          <p:cNvSpPr txBox="1">
            <a:spLocks/>
          </p:cNvSpPr>
          <p:nvPr/>
        </p:nvSpPr>
        <p:spPr>
          <a:xfrm>
            <a:off x="395288" y="2332038"/>
            <a:ext cx="8229600" cy="3833812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 err="1">
                <a:solidFill>
                  <a:srgbClr val="00213B"/>
                </a:solidFill>
                <a:latin typeface="+mn-lt"/>
                <a:ea typeface="+mn-ea"/>
                <a:cs typeface="+mn-cs"/>
              </a:rPr>
              <a:t>MyReport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Main Folder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     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Back ups    	   Subfolders 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	</a:t>
            </a:r>
            <a:r>
              <a:rPr lang="en-GB" kern="0" dirty="0">
                <a:solidFill>
                  <a:srgbClr val="00213B"/>
                </a:solidFill>
                <a:latin typeface="+mn-lt"/>
                <a:cs typeface="+mn-cs"/>
              </a:rPr>
              <a:t>Chapter 1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cs typeface="+mn-cs"/>
              </a:rPr>
              <a:t>	Chapter 2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Images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References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……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etc`</a:t>
            </a:r>
          </a:p>
        </p:txBody>
      </p:sp>
      <p:sp>
        <p:nvSpPr>
          <p:cNvPr id="16393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25" name="Text Box 1"/>
          <p:cNvSpPr txBox="1">
            <a:spLocks noChangeArrowheads="1"/>
          </p:cNvSpPr>
          <p:nvPr/>
        </p:nvSpPr>
        <p:spPr bwMode="auto">
          <a:xfrm>
            <a:off x="6156325" y="-30163"/>
            <a:ext cx="2952750" cy="1412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Start Your Dissertation 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Common Structure 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Recommended Layout 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General Guidelines</a:t>
            </a: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  <a:endParaRPr lang="ar-LY" sz="100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Dissertation``</a:t>
            </a:r>
          </a:p>
        </p:txBody>
      </p:sp>
      <p:pic>
        <p:nvPicPr>
          <p:cNvPr id="16395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3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Text Box 16"/>
          <p:cNvSpPr txBox="1">
            <a:spLocks noChangeArrowheads="1"/>
          </p:cNvSpPr>
          <p:nvPr/>
        </p:nvSpPr>
        <p:spPr bwMode="auto">
          <a:xfrm>
            <a:off x="6264275" y="44450"/>
            <a:ext cx="3132138" cy="1296988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530225" lvl="1" indent="-73025">
              <a:lnSpc>
                <a:spcPct val="93000"/>
              </a:lnSpc>
              <a:spcBef>
                <a:spcPts val="6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Introduction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</a:t>
            </a: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Background  	(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VP </a:t>
            </a:r>
            <a:r>
              <a:rPr lang="en-GB" sz="8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&amp; GAs)</a:t>
            </a: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Related Work   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Preparing for Your Dissertation 		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 Experiments &amp; Results</a:t>
            </a:r>
          </a:p>
          <a:p>
            <a:pPr marL="530225" lvl="1" indent="-73025">
              <a:spcBef>
                <a:spcPts val="500"/>
              </a:spcBef>
              <a:buClr>
                <a:srgbClr val="FFFF00"/>
              </a:buClr>
              <a:buSzPct val="100000"/>
              <a:buFont typeface="Arial" charset="0"/>
              <a:buChar char="•"/>
              <a:tabLst>
                <a:tab pos="530225" algn="l"/>
                <a:tab pos="977900" algn="l"/>
                <a:tab pos="1427163" algn="l"/>
                <a:tab pos="1876425" algn="l"/>
                <a:tab pos="2325688" algn="l"/>
                <a:tab pos="2774950" algn="l"/>
                <a:tab pos="3224213" algn="l"/>
                <a:tab pos="3673475" algn="l"/>
                <a:tab pos="4122738" algn="l"/>
                <a:tab pos="4572000" algn="l"/>
                <a:tab pos="5021263" algn="l"/>
                <a:tab pos="5470525" algn="l"/>
                <a:tab pos="5919788" algn="l"/>
                <a:tab pos="6369050" algn="l"/>
                <a:tab pos="6818313" algn="l"/>
                <a:tab pos="7267575" algn="l"/>
                <a:tab pos="7716838" algn="l"/>
                <a:tab pos="8166100" algn="l"/>
                <a:tab pos="8615363" algn="l"/>
                <a:tab pos="9064625" algn="l"/>
                <a:tab pos="9513888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  Conclusion</a:t>
            </a:r>
          </a:p>
        </p:txBody>
      </p:sp>
      <p:sp>
        <p:nvSpPr>
          <p:cNvPr id="17411" name="Text Box 2"/>
          <p:cNvSpPr txBox="1">
            <a:spLocks noChangeArrowheads="1"/>
          </p:cNvSpPr>
          <p:nvPr/>
        </p:nvSpPr>
        <p:spPr bwMode="auto">
          <a:xfrm>
            <a:off x="2339975" y="260350"/>
            <a:ext cx="4392613" cy="404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400" b="1">
                <a:solidFill>
                  <a:srgbClr val="FFFF00"/>
                </a:solidFill>
              </a:rPr>
              <a:t>Preparing for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grpSp>
        <p:nvGrpSpPr>
          <p:cNvPr id="17412" name="Group 18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20" name="Rectangle 19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17420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7" name="Title 1"/>
          <p:cNvSpPr txBox="1">
            <a:spLocks/>
          </p:cNvSpPr>
          <p:nvPr/>
        </p:nvSpPr>
        <p:spPr>
          <a:xfrm>
            <a:off x="468313" y="1484313"/>
            <a:ext cx="8229600" cy="792162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sz="2800" b="1" kern="0" dirty="0">
                <a:solidFill>
                  <a:srgbClr val="00213B"/>
                </a:solidFill>
                <a:latin typeface="+mn-lt"/>
                <a:ea typeface="+mj-ea"/>
                <a:cs typeface="+mj-cs"/>
              </a:rPr>
              <a:t>General ReportGuidelines</a:t>
            </a:r>
            <a:r>
              <a:rPr lang="en-GB" sz="3200" b="1" kern="0" baseline="30000" dirty="0">
                <a:solidFill>
                  <a:srgbClr val="00213B"/>
                </a:solidFill>
                <a:latin typeface="+mn-lt"/>
                <a:ea typeface="+mj-ea"/>
                <a:cs typeface="+mj-cs"/>
              </a:rPr>
              <a:t>3,4</a:t>
            </a:r>
            <a:endParaRPr lang="en-GB" sz="2800" b="1" kern="0" dirty="0">
              <a:solidFill>
                <a:srgbClr val="00213B"/>
              </a:solidFill>
              <a:latin typeface="+mn-lt"/>
              <a:ea typeface="+mj-ea"/>
              <a:cs typeface="+mj-cs"/>
            </a:endParaRPr>
          </a:p>
        </p:txBody>
      </p:sp>
      <p:sp>
        <p:nvSpPr>
          <p:cNvPr id="28" name="Content Placeholder 2"/>
          <p:cNvSpPr txBox="1">
            <a:spLocks/>
          </p:cNvSpPr>
          <p:nvPr/>
        </p:nvSpPr>
        <p:spPr>
          <a:xfrm>
            <a:off x="468313" y="2060575"/>
            <a:ext cx="8229600" cy="452596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 </a:t>
            </a: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Body Content Text F</a:t>
            </a:r>
            <a:r>
              <a:rPr lang="en-GB" b="1" kern="0" dirty="0" err="1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ont</a:t>
            </a: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    	12 pt</a:t>
            </a:r>
          </a:p>
          <a:p>
            <a:pPr indent="-28575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Major Text Styles: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	Times New Roman </a:t>
            </a:r>
          </a:p>
          <a:p>
            <a:pPr indent="-28575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Line Spacing: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			1.5</a:t>
            </a:r>
          </a:p>
          <a:p>
            <a:pPr indent="-28575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Margins: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				1” on all sides 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Heading Styles: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		Use the available Styles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				or manually: 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Major headings: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		Capital, Bold, 14pt 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First order subheading: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				 Bold, 12 pt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ＭＳ Ｐゴシック" pitchFamily="32" charset="-128"/>
                <a:cs typeface="+mn-cs"/>
              </a:rPr>
              <a:t>Second order subheading: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ＭＳ Ｐゴシック" pitchFamily="32" charset="-128"/>
                <a:cs typeface="+mn-cs"/>
              </a:rPr>
              <a:t>			 Italics, 12 pt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cs typeface="+mn-cs"/>
              </a:rPr>
              <a:t>Page Numbers: </a:t>
            </a:r>
            <a:r>
              <a:rPr lang="en-GB" kern="0" dirty="0">
                <a:solidFill>
                  <a:srgbClr val="00213B"/>
                </a:solidFill>
                <a:latin typeface="+mn-lt"/>
                <a:cs typeface="+mn-cs"/>
              </a:rPr>
              <a:t>		</a:t>
            </a:r>
            <a:r>
              <a:rPr lang="en-GB" kern="0" dirty="0">
                <a:solidFill>
                  <a:srgbClr val="00213B"/>
                </a:solidFill>
                <a:cs typeface="+mn-cs"/>
              </a:rPr>
              <a:t>				</a:t>
            </a:r>
            <a:r>
              <a:rPr lang="en-GB" kern="0" dirty="0">
                <a:solidFill>
                  <a:srgbClr val="00213B"/>
                </a:solidFill>
                <a:latin typeface="+mn-lt"/>
                <a:cs typeface="+mn-cs"/>
              </a:rPr>
              <a:t>Bottom centre and start 											with the abstract page 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ＭＳ Ｐゴシック" pitchFamily="32" charset="-128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416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4" name="Text Box 1"/>
          <p:cNvSpPr txBox="1">
            <a:spLocks noChangeArrowheads="1"/>
          </p:cNvSpPr>
          <p:nvPr/>
        </p:nvSpPr>
        <p:spPr bwMode="auto">
          <a:xfrm>
            <a:off x="6156325" y="-26988"/>
            <a:ext cx="2952750" cy="1412876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Start Your Dissertation </a:t>
            </a:r>
          </a:p>
          <a:p>
            <a:pPr marL="628650" lvl="2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Common Structure </a:t>
            </a:r>
          </a:p>
          <a:p>
            <a:pPr marL="628650" lvl="2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Recommended Layout </a:t>
            </a:r>
          </a:p>
          <a:p>
            <a:pPr marL="628650" lvl="2">
              <a:spcBef>
                <a:spcPts val="500"/>
              </a:spcBef>
              <a:buClr>
                <a:srgbClr val="FFFF00"/>
              </a:buClr>
              <a:buSzPct val="100000"/>
              <a:buFont typeface="Arial" pitchFamily="34" charset="0"/>
              <a:buChar char="•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General Guidelines</a:t>
            </a: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  <a:endParaRPr lang="ar-LY" sz="100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pic>
        <p:nvPicPr>
          <p:cNvPr id="1741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4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ext Box 2"/>
          <p:cNvSpPr txBox="1">
            <a:spLocks noChangeArrowheads="1"/>
          </p:cNvSpPr>
          <p:nvPr/>
        </p:nvSpPr>
        <p:spPr bwMode="auto">
          <a:xfrm>
            <a:off x="2339975" y="260350"/>
            <a:ext cx="4392613" cy="4048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400" b="1">
                <a:solidFill>
                  <a:srgbClr val="FFFF00"/>
                </a:solidFill>
              </a:rPr>
              <a:t>Preparing for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grpSp>
        <p:nvGrpSpPr>
          <p:cNvPr id="18435" name="Group 6"/>
          <p:cNvGrpSpPr>
            <a:grpSpLocks/>
          </p:cNvGrpSpPr>
          <p:nvPr/>
        </p:nvGrpSpPr>
        <p:grpSpPr bwMode="auto">
          <a:xfrm>
            <a:off x="0" y="-26988"/>
            <a:ext cx="9144000" cy="1412876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18443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18437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468313" y="1484313"/>
            <a:ext cx="8229600" cy="792162"/>
          </a:xfrm>
          <a:prstGeom prst="rect">
            <a:avLst/>
          </a:prstGeom>
        </p:spPr>
        <p:txBody>
          <a:bodyPr/>
          <a:lstStyle/>
          <a:p>
            <a:pPr algn="ctr" eaLnBrk="0" hangingPunct="0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sz="2800" b="1" kern="0" dirty="0">
                <a:solidFill>
                  <a:srgbClr val="00213B"/>
                </a:solidFill>
                <a:latin typeface="+mn-lt"/>
                <a:ea typeface="+mj-ea"/>
                <a:cs typeface="+mj-cs"/>
              </a:rPr>
              <a:t>Create Template Document</a:t>
            </a:r>
          </a:p>
        </p:txBody>
      </p:sp>
      <p:sp>
        <p:nvSpPr>
          <p:cNvPr id="16" name="Content Placeholder 2"/>
          <p:cNvSpPr txBox="1">
            <a:spLocks/>
          </p:cNvSpPr>
          <p:nvPr/>
        </p:nvSpPr>
        <p:spPr>
          <a:xfrm>
            <a:off x="468313" y="2071688"/>
            <a:ext cx="8229600" cy="452596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Open a blank document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Configure all your settings for margins, fonts, line spacing etc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Save it as “Template.docx” in the Templates folder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When you need to write a new chapter: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Open “Template.docx”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Do Save As in your new chapter name e.g. “Introduction.docx” in the Dissertation folder.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Close “Template.docx”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Open your new “Introduction.docx” and work on that, while leaving “Template.docx” untouched.</a:t>
            </a:r>
          </a:p>
          <a:p>
            <a:pPr indent="-28575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Y</a:t>
            </a:r>
            <a:r>
              <a:rPr lang="en-GB" sz="2000" kern="0" dirty="0" err="1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ou</a:t>
            </a: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 will only do that once for every new chapter, so it’s not that annoying  	and save you a lot of time and  get consistent documents.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156325" y="-25400"/>
            <a:ext cx="2987675" cy="1366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792288" algn="l"/>
                <a:tab pos="2241550" algn="l"/>
                <a:tab pos="2690813" algn="l"/>
                <a:tab pos="2781300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Text  Styles &amp; 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</a:t>
            </a:r>
          </a:p>
          <a:p>
            <a:pPr marL="228600" lvl="2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pic>
        <p:nvPicPr>
          <p:cNvPr id="18441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188913"/>
            <a:ext cx="779463" cy="93186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5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381000" y="1484313"/>
            <a:ext cx="8378825" cy="682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342900" indent="-342900" algn="ctr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sz="2800" b="1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Manage Referencing Manually</a:t>
            </a:r>
          </a:p>
        </p:txBody>
      </p:sp>
      <p:grpSp>
        <p:nvGrpSpPr>
          <p:cNvPr id="20483" name="Group 6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0491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0485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68313" y="2060575"/>
            <a:ext cx="8229600" cy="417671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b="1" dirty="0">
              <a:solidFill>
                <a:schemeClr val="tx1"/>
              </a:solidFill>
              <a:latin typeface="Arial" charset="0"/>
              <a:ea typeface="ＭＳ Ｐゴシック" pitchFamily="32" charset="-128"/>
              <a:cs typeface="+mn-cs"/>
            </a:endParaRPr>
          </a:p>
          <a:p>
            <a:pPr algn="ct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b="1" i="1" dirty="0">
              <a:solidFill>
                <a:schemeClr val="tx1"/>
              </a:solidFill>
              <a:latin typeface="Arial" charset="0"/>
              <a:ea typeface="ＭＳ Ｐゴシック" pitchFamily="32" charset="-128"/>
              <a:cs typeface="+mn-cs"/>
            </a:endParaRPr>
          </a:p>
          <a:p>
            <a:pPr algn="ct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b="1" i="1" dirty="0">
                <a:solidFill>
                  <a:schemeClr val="tx1"/>
                </a:solidFill>
                <a:latin typeface="Arial" charset="0"/>
                <a:ea typeface="ＭＳ Ｐゴシック" pitchFamily="32" charset="-128"/>
                <a:cs typeface="+mn-cs"/>
              </a:rPr>
              <a:t>See </a:t>
            </a:r>
          </a:p>
          <a:p>
            <a:pPr algn="ct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solidFill>
                  <a:schemeClr val="tx1"/>
                </a:solidFill>
                <a:latin typeface="Arial" charset="0"/>
                <a:ea typeface="ＭＳ Ｐゴシック" pitchFamily="32" charset="-128"/>
                <a:cs typeface="+mn-cs"/>
              </a:rPr>
              <a:t>Harvard Referencing Quick Guide </a:t>
            </a:r>
          </a:p>
          <a:p>
            <a:pPr algn="ct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dirty="0">
              <a:solidFill>
                <a:schemeClr val="tx1"/>
              </a:solidFill>
              <a:latin typeface="Arial" charset="0"/>
              <a:ea typeface="ＭＳ Ｐゴシック" pitchFamily="32" charset="-128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547813" y="4149725"/>
            <a:ext cx="6337300" cy="431800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 algn="ctr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dirty="0">
                <a:solidFill>
                  <a:schemeClr val="accent6"/>
                </a:solidFill>
                <a:latin typeface="Arial" charset="0"/>
                <a:ea typeface="ＭＳ Ｐゴシック" pitchFamily="32" charset="-128"/>
                <a:cs typeface="+mn-cs"/>
                <a:hlinkClick r:id="rId3" action="ppaction://hlinkfile"/>
              </a:rPr>
              <a:t>harvard_quick_guide_tcm44-47797.pdf</a:t>
            </a:r>
            <a:endParaRPr lang="en-GB" b="1" dirty="0">
              <a:solidFill>
                <a:schemeClr val="accent6"/>
              </a:solidFill>
              <a:latin typeface="Arial" charset="0"/>
              <a:ea typeface="ＭＳ Ｐゴシック" pitchFamily="32" charset="-128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227763" y="46038"/>
            <a:ext cx="2916237" cy="1366837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</a:t>
            </a:r>
          </a:p>
          <a:p>
            <a:pPr marL="228600" lvl="2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pic>
        <p:nvPicPr>
          <p:cNvPr id="20489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7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ontent Placeholder 2"/>
          <p:cNvSpPr txBox="1">
            <a:spLocks/>
          </p:cNvSpPr>
          <p:nvPr/>
        </p:nvSpPr>
        <p:spPr>
          <a:xfrm>
            <a:off x="323850" y="2060575"/>
            <a:ext cx="8229600" cy="388937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Make you manage major text styles in a document much easier!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Allow you to auto-generate Table of Contents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To create Table of Contents: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Uses Styles to set your heading as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GB" sz="20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Heading 1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, </a:t>
            </a:r>
            <a:r>
              <a:rPr lang="en-GB" sz="20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Heading 2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…etc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Go to 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“</a:t>
            </a:r>
            <a:r>
              <a:rPr lang="en-GB" sz="20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References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” </a:t>
            </a: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toolbar and select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“</a:t>
            </a:r>
            <a:r>
              <a:rPr lang="en-GB" sz="20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Table of Contents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”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Then select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“</a:t>
            </a:r>
            <a:r>
              <a:rPr lang="en-GB" sz="20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Insert Table of Contents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” </a:t>
            </a: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or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 “</a:t>
            </a:r>
            <a:r>
              <a:rPr lang="en-GB" sz="20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Update Table</a:t>
            </a:r>
            <a:r>
              <a:rPr lang="en-GB" sz="2000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”.</a:t>
            </a: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1085850" lvl="1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459" name="Text Box 2"/>
          <p:cNvSpPr txBox="1">
            <a:spLocks noChangeArrowheads="1"/>
          </p:cNvSpPr>
          <p:nvPr/>
        </p:nvSpPr>
        <p:spPr bwMode="auto">
          <a:xfrm>
            <a:off x="0" y="1376363"/>
            <a:ext cx="9144000" cy="684212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lvl="1" indent="0"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800" b="1">
                <a:solidFill>
                  <a:srgbClr val="00213B"/>
                </a:solidFill>
                <a:latin typeface="Times New Roman" pitchFamily="18" charset="0"/>
              </a:rPr>
              <a:t>Styles &amp; Table of Contents</a:t>
            </a:r>
          </a:p>
        </p:txBody>
      </p:sp>
      <p:grpSp>
        <p:nvGrpSpPr>
          <p:cNvPr id="19460" name="Group 7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9" name="Rectangle 8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19472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19462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 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pic>
        <p:nvPicPr>
          <p:cNvPr id="19463" name="Picture 2" descr="http://www.geekscribes.net/blog/wp-content/uploads/2011/01/Word07Style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92150" y="2852738"/>
            <a:ext cx="7840663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464" name="Picture 2" descr="http://www.geekscribes.net/blog/wp-content/uploads/2011/01/Word07References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4213" y="5707063"/>
            <a:ext cx="78486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9465" name="Straight Arrow Connector 19"/>
          <p:cNvCxnSpPr>
            <a:cxnSpLocks noChangeShapeType="1"/>
          </p:cNvCxnSpPr>
          <p:nvPr/>
        </p:nvCxnSpPr>
        <p:spPr bwMode="auto">
          <a:xfrm flipH="1" flipV="1">
            <a:off x="3851275" y="3644900"/>
            <a:ext cx="1657350" cy="1008063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9466" name="Straight Arrow Connector 25"/>
          <p:cNvCxnSpPr>
            <a:cxnSpLocks noChangeShapeType="1"/>
          </p:cNvCxnSpPr>
          <p:nvPr/>
        </p:nvCxnSpPr>
        <p:spPr bwMode="auto">
          <a:xfrm flipH="1">
            <a:off x="1258888" y="5300663"/>
            <a:ext cx="4537075" cy="576262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9467" name="Straight Arrow Connector 22"/>
          <p:cNvCxnSpPr>
            <a:cxnSpLocks noChangeShapeType="1"/>
          </p:cNvCxnSpPr>
          <p:nvPr/>
        </p:nvCxnSpPr>
        <p:spPr bwMode="auto">
          <a:xfrm flipH="1" flipV="1">
            <a:off x="5076825" y="3573463"/>
            <a:ext cx="2159000" cy="10795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19468" name="Straight Arrow Connector 27"/>
          <p:cNvCxnSpPr>
            <a:cxnSpLocks noChangeShapeType="1"/>
          </p:cNvCxnSpPr>
          <p:nvPr/>
        </p:nvCxnSpPr>
        <p:spPr bwMode="auto">
          <a:xfrm flipH="1">
            <a:off x="2411413" y="5661025"/>
            <a:ext cx="4392612" cy="43180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35" name="Rectangle 34"/>
          <p:cNvSpPr/>
          <p:nvPr/>
        </p:nvSpPr>
        <p:spPr>
          <a:xfrm>
            <a:off x="6227763" y="44450"/>
            <a:ext cx="2916237" cy="1336675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Start Your Dissertation (Using 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</a:t>
            </a:r>
            <a:endParaRPr lang="ar-LY" sz="100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1560" y="6381328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6								Fall2013</a:t>
            </a:r>
          </a:p>
        </p:txBody>
      </p:sp>
      <p:pic>
        <p:nvPicPr>
          <p:cNvPr id="1947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Text Box 1"/>
          <p:cNvSpPr txBox="1">
            <a:spLocks noChangeArrowheads="1"/>
          </p:cNvSpPr>
          <p:nvPr/>
        </p:nvSpPr>
        <p:spPr bwMode="auto">
          <a:xfrm>
            <a:off x="323850" y="1454150"/>
            <a:ext cx="8380413" cy="8953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800" b="1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Manage Your References (Bibliography) </a:t>
            </a:r>
          </a:p>
        </p:txBody>
      </p:sp>
      <p:grpSp>
        <p:nvGrpSpPr>
          <p:cNvPr id="21507" name="Group 8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10" name="Rectangle 9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1519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1509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21510" name="Content Placeholder 2"/>
          <p:cNvSpPr txBox="1">
            <a:spLocks/>
          </p:cNvSpPr>
          <p:nvPr/>
        </p:nvSpPr>
        <p:spPr bwMode="auto">
          <a:xfrm>
            <a:off x="395288" y="2332038"/>
            <a:ext cx="8229600" cy="325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Different  </a:t>
            </a:r>
            <a:r>
              <a:rPr lang="en-GB" sz="2000" b="1" i="1" u="sng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referencing styles </a:t>
            </a: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for different fields. For example</a:t>
            </a:r>
          </a:p>
          <a:p>
            <a:pPr marL="1085850" lvl="1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Harvard  and Chicago are common  for Engineering</a:t>
            </a:r>
          </a:p>
          <a:p>
            <a:pPr marL="1085850" lvl="1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 b="1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 American Psychological Association</a:t>
            </a: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  (APA) style for science </a:t>
            </a:r>
          </a:p>
          <a:p>
            <a:pPr marL="342900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8" charset="0"/>
              <a:buNone/>
            </a:pPr>
            <a:endParaRPr lang="en-GB" sz="1100">
              <a:solidFill>
                <a:srgbClr val="00213B"/>
              </a:solidFill>
              <a:latin typeface="Times New Roman" pitchFamily="18" charset="0"/>
              <a:ea typeface="DejaVu Sans"/>
              <a:cs typeface="DejaVu Sans"/>
            </a:endParaRPr>
          </a:p>
          <a:p>
            <a:pPr marL="342900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Write references  by hand is annoying, So let Word do it for you!</a:t>
            </a:r>
          </a:p>
          <a:p>
            <a:pPr marL="1085850" lvl="1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Select “</a:t>
            </a:r>
            <a:r>
              <a:rPr lang="en-GB" sz="2000" b="1" i="1" u="sng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Insert Citation</a:t>
            </a: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” from References</a:t>
            </a:r>
          </a:p>
          <a:p>
            <a:pPr marL="1085850" lvl="1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Write a few details such as the author, date of publication, etc… </a:t>
            </a:r>
          </a:p>
          <a:p>
            <a:pPr marL="1085850" lvl="1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Then you insert the references wherever you like by clicking on “</a:t>
            </a:r>
            <a:r>
              <a:rPr lang="en-GB" sz="2000" b="1" i="1" u="sng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Bibliography</a:t>
            </a: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” from  “</a:t>
            </a:r>
            <a:r>
              <a:rPr lang="en-GB" sz="2000" b="1" i="1" u="sng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References</a:t>
            </a: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” toolbar.</a:t>
            </a:r>
          </a:p>
          <a:p>
            <a:pPr marL="342900" indent="-342900" eaLnBrk="0" hangingPunct="0">
              <a:lnSpc>
                <a:spcPct val="8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</a:pP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To Change the reference style click on  “</a:t>
            </a:r>
            <a:r>
              <a:rPr lang="en-GB" sz="2000" b="1" i="1" u="sng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Style</a:t>
            </a:r>
            <a:r>
              <a:rPr lang="en-GB" sz="2000">
                <a:solidFill>
                  <a:srgbClr val="00213B"/>
                </a:solidFill>
                <a:latin typeface="Times New Roman" pitchFamily="18" charset="0"/>
                <a:ea typeface="DejaVu Sans"/>
                <a:cs typeface="DejaVu Sans"/>
              </a:rPr>
              <a:t>”</a:t>
            </a:r>
          </a:p>
        </p:txBody>
      </p:sp>
      <p:pic>
        <p:nvPicPr>
          <p:cNvPr id="21511" name="Picture 2" descr="http://www.geekscribes.net/blog/wp-content/uploads/2011/01/Word07Reference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562600"/>
            <a:ext cx="7848600" cy="962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1512" name="Straight Arrow Connector 19"/>
          <p:cNvCxnSpPr>
            <a:cxnSpLocks noChangeShapeType="1"/>
          </p:cNvCxnSpPr>
          <p:nvPr/>
        </p:nvCxnSpPr>
        <p:spPr bwMode="auto">
          <a:xfrm>
            <a:off x="5473700" y="5445125"/>
            <a:ext cx="288925" cy="5048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13" name="Straight Arrow Connector 20"/>
          <p:cNvCxnSpPr>
            <a:cxnSpLocks noChangeShapeType="1"/>
          </p:cNvCxnSpPr>
          <p:nvPr/>
        </p:nvCxnSpPr>
        <p:spPr bwMode="auto">
          <a:xfrm>
            <a:off x="3348038" y="4076700"/>
            <a:ext cx="1295400" cy="1800225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14" name="Elbow Connector 31"/>
          <p:cNvCxnSpPr>
            <a:cxnSpLocks noChangeShapeType="1"/>
          </p:cNvCxnSpPr>
          <p:nvPr/>
        </p:nvCxnSpPr>
        <p:spPr bwMode="auto">
          <a:xfrm>
            <a:off x="2268538" y="5084763"/>
            <a:ext cx="3024187" cy="1081087"/>
          </a:xfrm>
          <a:prstGeom prst="curvedConnector3">
            <a:avLst>
              <a:gd name="adj1" fmla="val 37546"/>
            </a:avLst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cxnSp>
        <p:nvCxnSpPr>
          <p:cNvPr id="21515" name="Straight Arrow Connector 40"/>
          <p:cNvCxnSpPr>
            <a:cxnSpLocks noChangeShapeType="1"/>
          </p:cNvCxnSpPr>
          <p:nvPr/>
        </p:nvCxnSpPr>
        <p:spPr bwMode="auto">
          <a:xfrm>
            <a:off x="3563938" y="2636838"/>
            <a:ext cx="2808287" cy="32591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/>
            <a:tailEnd type="arrow" w="med" len="med"/>
          </a:ln>
        </p:spPr>
      </p:cxnSp>
      <p:sp>
        <p:nvSpPr>
          <p:cNvPr id="44" name="Rectangle 43"/>
          <p:cNvSpPr/>
          <p:nvPr/>
        </p:nvSpPr>
        <p:spPr>
          <a:xfrm>
            <a:off x="6227763" y="-4763"/>
            <a:ext cx="2952750" cy="133508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</a:t>
            </a:r>
          </a:p>
          <a:p>
            <a:pPr marL="228600" lvl="2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pic>
        <p:nvPicPr>
          <p:cNvPr id="2151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6" name="TextBox 15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8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530" name="Group 6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9" name="Rectangle 8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2539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2532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156325" y="44450"/>
            <a:ext cx="2987675" cy="1366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 (Equations)</a:t>
            </a:r>
          </a:p>
          <a:p>
            <a:pPr marL="228600" lvl="2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pic>
        <p:nvPicPr>
          <p:cNvPr id="22534" name="Picture 2" descr="http://www.geekscribes.net/blog/wp-content/uploads/2011/01/Word07Equations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3860800"/>
            <a:ext cx="7200900" cy="121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7" name="Content Placeholder 2"/>
          <p:cNvSpPr txBox="1">
            <a:spLocks/>
          </p:cNvSpPr>
          <p:nvPr/>
        </p:nvSpPr>
        <p:spPr>
          <a:xfrm>
            <a:off x="539750" y="2060575"/>
            <a:ext cx="8229600" cy="4525963"/>
          </a:xfrm>
          <a:prstGeom prst="rect">
            <a:avLst/>
          </a:prstGeom>
        </p:spPr>
        <p:txBody>
          <a:bodyPr/>
          <a:lstStyle/>
          <a:p>
            <a:pPr indent="-285750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Add your equations using the Equation Function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Go to the Insert tab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Select “Equation function”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Start typing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000" kern="0" dirty="0">
                <a:solidFill>
                  <a:srgbClr val="00213B"/>
                </a:solidFill>
                <a:latin typeface="Arial" charset="0"/>
                <a:ea typeface="ＭＳ Ｐゴシック" pitchFamily="32" charset="-128"/>
                <a:cs typeface="+mn-cs"/>
              </a:rPr>
              <a:t>Note that Installing a copy of MS Office often doesn’t include the Equation function</a:t>
            </a:r>
          </a:p>
          <a:p>
            <a:pPr lvl="1" eaLnBrk="0" hangingPunct="0">
              <a:lnSpc>
                <a:spcPct val="93000"/>
              </a:lnSpc>
              <a:spcBef>
                <a:spcPts val="5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0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2536" name="Text Box 2"/>
          <p:cNvSpPr txBox="1">
            <a:spLocks noChangeArrowheads="1"/>
          </p:cNvSpPr>
          <p:nvPr/>
        </p:nvSpPr>
        <p:spPr bwMode="auto">
          <a:xfrm>
            <a:off x="34925" y="1412875"/>
            <a:ext cx="8893175" cy="684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lvl="1" indent="0"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800" b="1">
                <a:solidFill>
                  <a:srgbClr val="00213B"/>
                </a:solidFill>
                <a:latin typeface="Times New Roman" pitchFamily="18" charset="0"/>
              </a:rPr>
              <a:t>Equations</a:t>
            </a:r>
          </a:p>
        </p:txBody>
      </p:sp>
      <p:pic>
        <p:nvPicPr>
          <p:cNvPr id="22537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9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34925" y="1412875"/>
            <a:ext cx="8893175" cy="684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marL="0" lvl="1" indent="0"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800" b="1">
                <a:solidFill>
                  <a:srgbClr val="00213B"/>
                </a:solidFill>
                <a:latin typeface="Times New Roman" pitchFamily="18" charset="0"/>
              </a:rPr>
              <a:t>Back Ups</a:t>
            </a:r>
          </a:p>
        </p:txBody>
      </p:sp>
      <p:grpSp>
        <p:nvGrpSpPr>
          <p:cNvPr id="23555" name="Group 6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3562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3557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56325" y="44450"/>
            <a:ext cx="2987675" cy="1366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 (Back Ups)</a:t>
            </a:r>
          </a:p>
          <a:p>
            <a:pPr marL="228600" lvl="2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250825" y="2133600"/>
            <a:ext cx="8642350" cy="3992563"/>
          </a:xfrm>
          <a:prstGeom prst="rect">
            <a:avLst/>
          </a:prstGeom>
        </p:spPr>
        <p:txBody>
          <a:bodyPr>
            <a:normAutofit fontScale="92500" lnSpcReduction="20000"/>
          </a:bodyPr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6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Avoid Power Failure by setting Word program for Auto-Save”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723900" algn="l"/>
              </a:tabLst>
              <a:defRPr/>
            </a:pPr>
            <a:endParaRPr lang="en-GB" sz="22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723900" algn="l"/>
              </a:tabLst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Click the Office Button at the top-left corner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723900" algn="l"/>
              </a:tabLst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Click the “</a:t>
            </a:r>
            <a:r>
              <a:rPr lang="en-GB" sz="2200" b="1" i="1" u="sng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Word Options</a:t>
            </a: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” button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723900" algn="l"/>
              </a:tabLst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Go to Save section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723900" algn="l"/>
              </a:tabLst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Set at “Save auto-recovery information every 2-5 minutes”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tabLst>
                <a:tab pos="723900" algn="l"/>
              </a:tabLst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Click Ok and be done with it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6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Avoid hard-disk crashes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endParaRPr lang="en-GB" sz="2200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Save your documents from time to time on external disk or Pen-drive</a:t>
            </a:r>
          </a:p>
          <a:p>
            <a:pPr marL="723900" lvl="1" indent="-36195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Arial" pitchFamily="34" charset="0"/>
              <a:buChar char="•"/>
              <a:defRPr/>
            </a:pPr>
            <a:r>
              <a:rPr lang="en-GB" sz="2200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Store them at somewhere safely.</a:t>
            </a:r>
          </a:p>
        </p:txBody>
      </p:sp>
      <p:pic>
        <p:nvPicPr>
          <p:cNvPr id="23560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10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9" name="Text Box 1"/>
          <p:cNvSpPr txBox="1">
            <a:spLocks noChangeArrowheads="1"/>
          </p:cNvSpPr>
          <p:nvPr/>
        </p:nvSpPr>
        <p:spPr bwMode="auto">
          <a:xfrm>
            <a:off x="381000" y="1447800"/>
            <a:ext cx="8378825" cy="682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US" sz="2800" b="1" dirty="0">
                <a:solidFill>
                  <a:srgbClr val="00213B"/>
                </a:solidFill>
                <a:latin typeface="+mn-lt"/>
                <a:ea typeface="ＭＳ Ｐゴシック" pitchFamily="32" charset="-128"/>
                <a:cs typeface="+mn-cs"/>
              </a:rPr>
              <a:t>Binding </a:t>
            </a:r>
          </a:p>
        </p:txBody>
      </p:sp>
      <p:grpSp>
        <p:nvGrpSpPr>
          <p:cNvPr id="2" name="Group 6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4588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4581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468313" y="2205038"/>
            <a:ext cx="8229600" cy="2320925"/>
          </a:xfrm>
          <a:prstGeom prst="rect">
            <a:avLst/>
          </a:prstGeom>
        </p:spPr>
        <p:txBody>
          <a:bodyPr/>
          <a:lstStyle/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Hard Cover:  (Black)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Front Cover: </a:t>
            </a: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See </a:t>
            </a: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  <a:sym typeface="Wingdings" pitchFamily="2" charset="2"/>
              </a:rPr>
              <a:t></a:t>
            </a:r>
            <a:endParaRPr lang="en-GB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Lettering: (in gold) </a:t>
            </a:r>
          </a:p>
          <a:p>
            <a:pPr marL="342900" indent="-342900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On the Spine:  N</a:t>
            </a:r>
            <a:r>
              <a:rPr lang="en-GB" kern="0" dirty="0" err="1">
                <a:solidFill>
                  <a:srgbClr val="00213B"/>
                </a:solidFill>
                <a:latin typeface="+mn-lt"/>
                <a:ea typeface="+mn-ea"/>
                <a:cs typeface="+mn-cs"/>
              </a:rPr>
              <a:t>ame</a:t>
            </a: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, Degree, </a:t>
            </a:r>
            <a:r>
              <a:rPr lang="en-GB" kern="0" dirty="0" err="1">
                <a:solidFill>
                  <a:srgbClr val="00213B"/>
                </a:solidFill>
                <a:latin typeface="+mn-lt"/>
                <a:ea typeface="+mn-ea"/>
                <a:cs typeface="+mn-cs"/>
              </a:rPr>
              <a:t>Term&amp;</a:t>
            </a:r>
            <a:r>
              <a:rPr lang="en-GB" b="1" kern="0" dirty="0" err="1">
                <a:solidFill>
                  <a:srgbClr val="00213B"/>
                </a:solidFill>
                <a:latin typeface="+mn-lt"/>
                <a:ea typeface="+mn-ea"/>
                <a:cs typeface="+mn-cs"/>
              </a:rPr>
              <a:t>year</a:t>
            </a:r>
            <a:endParaRPr lang="en-GB" b="1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3203575" y="2997200"/>
            <a:ext cx="5454650" cy="434975"/>
          </a:xfrm>
          <a:prstGeom prst="rect">
            <a:avLst/>
          </a:prstGeom>
          <a:solidFill>
            <a:schemeClr val="accent6"/>
          </a:solidFill>
        </p:spPr>
        <p:txBody>
          <a:bodyPr>
            <a:spAutoFit/>
          </a:bodyPr>
          <a:lstStyle/>
          <a:p>
            <a:pPr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b="1" kern="0" dirty="0">
                <a:solidFill>
                  <a:schemeClr val="accent6"/>
                </a:solidFill>
                <a:latin typeface="Arial" charset="0"/>
                <a:ea typeface="ＭＳ Ｐゴシック" pitchFamily="32" charset="-128"/>
                <a:cs typeface="+mn-cs"/>
                <a:hlinkClick r:id="rId3" action="ppaction://hlinkfile"/>
              </a:rPr>
              <a:t>TemplateDessertionFrontCover.doc</a:t>
            </a:r>
            <a:endParaRPr lang="en-GB" dirty="0">
              <a:solidFill>
                <a:schemeClr val="accent6"/>
              </a:solidFill>
              <a:latin typeface="Arial" charset="0"/>
              <a:ea typeface="ＭＳ Ｐゴシック" pitchFamily="32" charset="-128"/>
              <a:cs typeface="+mn-cs"/>
            </a:endParaRPr>
          </a:p>
        </p:txBody>
      </p:sp>
      <p:pic>
        <p:nvPicPr>
          <p:cNvPr id="24584" name="Picture 12" descr="https://encrypted-tbn3.gstatic.com/images?q=tbn:ANd9GcRSvAUuoUiozxTdYnLjpgOowJIkVkVOtaocbI6wgpyflGVioBk5cQ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55875" y="4437063"/>
            <a:ext cx="4332288" cy="19446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8" name="Rectangle 17"/>
          <p:cNvSpPr/>
          <p:nvPr/>
        </p:nvSpPr>
        <p:spPr>
          <a:xfrm>
            <a:off x="6084888" y="44450"/>
            <a:ext cx="3059112" cy="1366838"/>
          </a:xfrm>
          <a:prstGeom prst="rect">
            <a:avLst/>
          </a:prstGeom>
        </p:spPr>
        <p:txBody>
          <a:bodyPr>
            <a:spAutoFit/>
          </a:bodyPr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2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8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Create Template Document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Styles &amp; Table of Contents		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Manage Bibliography (Referencing)</a:t>
            </a:r>
          </a:p>
          <a:p>
            <a:pPr marL="585788" lvl="2" indent="-185738">
              <a:spcBef>
                <a:spcPts val="500"/>
              </a:spcBef>
              <a:buClr>
                <a:srgbClr val="FFFF00"/>
              </a:buClr>
              <a:buSzPct val="100000"/>
              <a:buFont typeface="Wingdings" pitchFamily="2" charset="2"/>
              <a:buChar char="§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Other Features (Binding)</a:t>
            </a:r>
          </a:p>
          <a:p>
            <a:pPr marL="228600" lvl="2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 startAt="3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pic>
        <p:nvPicPr>
          <p:cNvPr id="2458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13" name="TextBox 12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11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Text Box 1"/>
          <p:cNvSpPr txBox="1">
            <a:spLocks noChangeArrowheads="1"/>
          </p:cNvSpPr>
          <p:nvPr/>
        </p:nvSpPr>
        <p:spPr bwMode="auto">
          <a:xfrm>
            <a:off x="381000" y="1484313"/>
            <a:ext cx="8378825" cy="68262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/>
            </a:pPr>
            <a:r>
              <a:rPr lang="en-GB" sz="2800" b="1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Simple Model of Word Dissertation</a:t>
            </a:r>
          </a:p>
        </p:txBody>
      </p:sp>
      <p:grpSp>
        <p:nvGrpSpPr>
          <p:cNvPr id="25603" name="Group 6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8" name="Rectangle 7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grpSp>
          <p:nvGrpSpPr>
            <p:cNvPr id="25610" name="Group 8"/>
            <p:cNvGrpSpPr>
              <a:grpSpLocks/>
            </p:cNvGrpSpPr>
            <p:nvPr/>
          </p:nvGrpSpPr>
          <p:grpSpPr bwMode="auto">
            <a:xfrm>
              <a:off x="323528" y="188640"/>
              <a:ext cx="2424113" cy="828675"/>
              <a:chOff x="4300" y="185"/>
              <a:chExt cx="1527" cy="522"/>
            </a:xfrm>
          </p:grpSpPr>
          <p:pic>
            <p:nvPicPr>
              <p:cNvPr id="25611" name="Picture 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4300" y="210"/>
                <a:ext cx="389" cy="465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</p:pic>
          <p:sp>
            <p:nvSpPr>
              <p:cNvPr id="25612" name="Text Box 5"/>
              <p:cNvSpPr txBox="1">
                <a:spLocks noChangeArrowheads="1"/>
              </p:cNvSpPr>
              <p:nvPr/>
            </p:nvSpPr>
            <p:spPr bwMode="auto">
              <a:xfrm>
                <a:off x="4690" y="185"/>
                <a:ext cx="1137" cy="522"/>
              </a:xfrm>
              <a:prstGeom prst="rect">
                <a:avLst/>
              </a:prstGeom>
              <a:noFill/>
              <a:ln w="9525">
                <a:noFill/>
                <a:round/>
                <a:headEnd/>
                <a:tailEnd/>
              </a:ln>
            </p:spPr>
            <p:txBody>
              <a:bodyPr lIns="90000" tIns="46800" rIns="90000" bIns="46800">
                <a:spAutoFit/>
              </a:bodyPr>
              <a:lstStyle/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sz="2600">
                    <a:solidFill>
                      <a:srgbClr val="F2F2F2"/>
                    </a:solidFill>
                    <a:latin typeface="Times New Roman" pitchFamily="18" charset="0"/>
                    <a:cs typeface="Arabic Typesetting" pitchFamily="66" charset="-78"/>
                  </a:rPr>
                  <a:t>University</a:t>
                </a:r>
              </a:p>
              <a:p>
                <a:pPr>
                  <a:lnSpc>
                    <a:spcPct val="93000"/>
                  </a:lnSpc>
                  <a:buSzPct val="100000"/>
                  <a:tabLst>
                    <a:tab pos="0" algn="l"/>
                    <a:tab pos="447675" algn="l"/>
                    <a:tab pos="896938" algn="l"/>
                    <a:tab pos="1346200" algn="l"/>
                    <a:tab pos="1795463" algn="l"/>
                    <a:tab pos="2244725" algn="l"/>
                    <a:tab pos="2693988" algn="l"/>
                    <a:tab pos="3143250" algn="l"/>
                    <a:tab pos="3592513" algn="l"/>
                    <a:tab pos="4041775" algn="l"/>
                    <a:tab pos="4491038" algn="l"/>
                    <a:tab pos="4940300" algn="l"/>
                    <a:tab pos="5389563" algn="l"/>
                    <a:tab pos="5838825" algn="l"/>
                    <a:tab pos="6288088" algn="l"/>
                    <a:tab pos="6737350" algn="l"/>
                    <a:tab pos="7186613" algn="l"/>
                    <a:tab pos="7635875" algn="l"/>
                    <a:tab pos="8085138" algn="l"/>
                    <a:tab pos="8534400" algn="l"/>
                    <a:tab pos="8983663" algn="l"/>
                  </a:tabLst>
                </a:pPr>
                <a:r>
                  <a:rPr lang="en-GB" sz="2600" i="1">
                    <a:solidFill>
                      <a:srgbClr val="F2F2F2"/>
                    </a:solidFill>
                    <a:latin typeface="Times New Roman" pitchFamily="18" charset="0"/>
                    <a:cs typeface="Arabic Typesetting" pitchFamily="66" charset="-78"/>
                  </a:rPr>
                  <a:t> of</a:t>
                </a:r>
                <a:r>
                  <a:rPr lang="en-GB" sz="2600">
                    <a:solidFill>
                      <a:srgbClr val="F2F2F2"/>
                    </a:solidFill>
                    <a:latin typeface="Times New Roman" pitchFamily="18" charset="0"/>
                    <a:cs typeface="Arabic Typesetting" pitchFamily="66" charset="-78"/>
                  </a:rPr>
                  <a:t>  Tripoli</a:t>
                </a:r>
              </a:p>
            </p:txBody>
          </p:sp>
        </p:grpSp>
      </p:grpSp>
      <p:sp>
        <p:nvSpPr>
          <p:cNvPr id="25605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sp>
        <p:nvSpPr>
          <p:cNvPr id="16" name="Text Box 1"/>
          <p:cNvSpPr txBox="1">
            <a:spLocks noChangeArrowheads="1"/>
          </p:cNvSpPr>
          <p:nvPr/>
        </p:nvSpPr>
        <p:spPr bwMode="auto">
          <a:xfrm>
            <a:off x="6191250" y="71438"/>
            <a:ext cx="2952750" cy="1412875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Start Your Dissertation </a:t>
            </a:r>
            <a:endParaRPr lang="ar-LY" sz="120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  <a:p>
            <a:pPr marL="628650" lvl="2">
              <a:spcBef>
                <a:spcPts val="500"/>
              </a:spcBef>
              <a:buClr>
                <a:srgbClr val="FFFF00"/>
              </a:buClr>
              <a:buSzPct val="100000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…….</a:t>
            </a: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Organize Your Dissertation  </a:t>
            </a:r>
            <a:r>
              <a:rPr lang="en-GB" sz="105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(MS Word)</a:t>
            </a:r>
            <a:endParaRPr lang="ar-LY" sz="1050" b="1" dirty="0">
              <a:solidFill>
                <a:srgbClr val="FFFF00"/>
              </a:solidFill>
              <a:latin typeface="Times New Roman" pitchFamily="18" charset="0"/>
              <a:ea typeface="ＭＳ Ｐゴシック" pitchFamily="32" charset="-128"/>
              <a:cs typeface="Times New Roman" pitchFamily="18" charset="0"/>
            </a:endParaRPr>
          </a:p>
          <a:p>
            <a:pPr marL="628650" lvl="2">
              <a:spcBef>
                <a:spcPts val="500"/>
              </a:spcBef>
              <a:buClr>
                <a:srgbClr val="FFFF00"/>
              </a:buClr>
              <a:buSzPct val="100000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rgbClr val="FFFF00"/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…….</a:t>
            </a:r>
          </a:p>
          <a:p>
            <a:pPr marL="228600" lvl="1" indent="-228600">
              <a:spcBef>
                <a:spcPts val="500"/>
              </a:spcBef>
              <a:buClr>
                <a:srgbClr val="FFFF00"/>
              </a:buClr>
              <a:buSzPct val="100000"/>
              <a:buFont typeface="+mj-lt"/>
              <a:buAutoNum type="arabicPeriod"/>
              <a:tabLst>
                <a:tab pos="1343025" algn="l"/>
                <a:tab pos="1792288" algn="l"/>
                <a:tab pos="2241550" algn="l"/>
                <a:tab pos="2690813" algn="l"/>
                <a:tab pos="3140075" algn="l"/>
                <a:tab pos="3589338" algn="l"/>
                <a:tab pos="4038600" algn="l"/>
                <a:tab pos="4487863" algn="l"/>
                <a:tab pos="4937125" algn="l"/>
                <a:tab pos="5386388" algn="l"/>
                <a:tab pos="5835650" algn="l"/>
                <a:tab pos="6284913" algn="l"/>
                <a:tab pos="6734175" algn="l"/>
                <a:tab pos="7183438" algn="l"/>
                <a:tab pos="7632700" algn="l"/>
                <a:tab pos="8081963" algn="l"/>
                <a:tab pos="8531225" algn="l"/>
                <a:tab pos="8980488" algn="l"/>
                <a:tab pos="8982075" algn="l"/>
                <a:tab pos="9431338" algn="l"/>
                <a:tab pos="9880600" algn="l"/>
                <a:tab pos="10329863" algn="l"/>
                <a:tab pos="10779125" algn="l"/>
              </a:tabLst>
              <a:defRPr/>
            </a:pPr>
            <a:r>
              <a:rPr lang="en-GB" sz="12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itchFamily="18" charset="0"/>
                <a:ea typeface="ＭＳ Ｐゴシック" pitchFamily="32" charset="-128"/>
                <a:cs typeface="Times New Roman" pitchFamily="18" charset="0"/>
              </a:rPr>
              <a:t>Simple Model of Word Dissertation</a:t>
            </a:r>
          </a:p>
        </p:txBody>
      </p:sp>
      <p:sp>
        <p:nvSpPr>
          <p:cNvPr id="18" name="Content Placeholder 2"/>
          <p:cNvSpPr txBox="1">
            <a:spLocks/>
          </p:cNvSpPr>
          <p:nvPr/>
        </p:nvSpPr>
        <p:spPr>
          <a:xfrm>
            <a:off x="468313" y="2781300"/>
            <a:ext cx="8229600" cy="1943100"/>
          </a:xfrm>
          <a:prstGeom prst="rect">
            <a:avLst/>
          </a:prstGeom>
        </p:spPr>
        <p:txBody>
          <a:bodyPr/>
          <a:lstStyle/>
          <a:p>
            <a:pPr marL="342900" indent="-342900" algn="ctr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b="1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SEE</a:t>
            </a:r>
          </a:p>
          <a:p>
            <a:pPr marL="342900" indent="-342900" algn="ctr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+mn-lt"/>
                <a:ea typeface="+mn-ea"/>
                <a:cs typeface="+mn-cs"/>
              </a:rPr>
              <a:t>Dissertation Document Using MS Word </a:t>
            </a:r>
          </a:p>
          <a:p>
            <a:pPr marL="342900" indent="-342900" algn="ctr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  <a:p>
            <a:pPr marL="342900" indent="-342900" algn="ctr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endParaRPr lang="en-GB" kern="0" dirty="0">
              <a:solidFill>
                <a:srgbClr val="00213B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2555875" y="4076700"/>
            <a:ext cx="3949700" cy="436563"/>
          </a:xfrm>
          <a:prstGeom prst="rect">
            <a:avLst/>
          </a:prstGeom>
          <a:solidFill>
            <a:schemeClr val="accent2"/>
          </a:solidFill>
        </p:spPr>
        <p:txBody>
          <a:bodyPr wrap="none">
            <a:spAutoFit/>
          </a:bodyPr>
          <a:lstStyle/>
          <a:p>
            <a:pPr marL="342900" indent="-342900" algn="ctr" eaLnBrk="0" hangingPunct="0">
              <a:lnSpc>
                <a:spcPct val="93000"/>
              </a:lnSpc>
              <a:spcBef>
                <a:spcPts val="600"/>
              </a:spcBef>
              <a:buClr>
                <a:srgbClr val="000000"/>
              </a:buClr>
              <a:buSzPct val="100000"/>
              <a:buFont typeface="Times New Roman" pitchFamily="16" charset="0"/>
              <a:buNone/>
              <a:defRPr/>
            </a:pPr>
            <a:r>
              <a:rPr lang="en-GB" kern="0" dirty="0">
                <a:solidFill>
                  <a:srgbClr val="00213B"/>
                </a:solidFill>
                <a:latin typeface="Arial" charset="0"/>
                <a:ea typeface="ＭＳ Ｐゴシック" pitchFamily="32" charset="-128"/>
                <a:cs typeface="+mn-cs"/>
                <a:hlinkClick r:id="rId4" action="ppaction://hlinkfile"/>
              </a:rPr>
              <a:t>Template of Dessertion.doc</a:t>
            </a:r>
            <a:endParaRPr lang="en-GB" kern="0" dirty="0">
              <a:solidFill>
                <a:srgbClr val="00213B"/>
              </a:solidFill>
              <a:latin typeface="Arial" charset="0"/>
              <a:ea typeface="ＭＳ Ｐゴシック" pitchFamily="32" charset="-128"/>
              <a:cs typeface="+mn-c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12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1"/>
          <p:cNvSpPr>
            <a:spLocks noChangeArrowheads="1"/>
          </p:cNvSpPr>
          <p:nvPr/>
        </p:nvSpPr>
        <p:spPr bwMode="auto">
          <a:xfrm>
            <a:off x="323528" y="1985112"/>
            <a:ext cx="8388350" cy="3676136"/>
          </a:xfrm>
          <a:prstGeom prst="rect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lIns="90000" tIns="46800" rIns="90000" bIns="46800" anchor="ctr">
            <a:spAutoFit/>
          </a:bodyPr>
          <a:lstStyle/>
          <a:p>
            <a:pPr marL="341313" indent="-341313">
              <a:lnSpc>
                <a:spcPct val="93000"/>
              </a:lnSpc>
              <a:buClr>
                <a:srgbClr val="000000"/>
              </a:buClr>
              <a:buSzPct val="100000"/>
              <a:buFont typeface="Times New Roman" pitchFamily="16" charset="0"/>
              <a:buNone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endParaRPr lang="en-GB" sz="1800" dirty="0">
              <a:solidFill>
                <a:srgbClr val="000000"/>
              </a:solidFill>
              <a:latin typeface="Times New Roman" pitchFamily="16" charset="0"/>
              <a:ea typeface="ＭＳ Ｐゴシック" pitchFamily="32" charset="-128"/>
              <a:cs typeface="+mn-cs"/>
            </a:endParaRP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r>
              <a:rPr lang="en-GB" sz="1800" dirty="0" err="1">
                <a:solidFill>
                  <a:srgbClr val="000000"/>
                </a:solidFill>
                <a:latin typeface="Times New Roman" pitchFamily="16" charset="0"/>
                <a:ea typeface="ＭＳ Ｐゴシック" pitchFamily="32" charset="-128"/>
                <a:cs typeface="Times New Roman" pitchFamily="16" charset="0"/>
              </a:rPr>
              <a:t>Creekscribes</a:t>
            </a:r>
            <a:r>
              <a:rPr lang="en-GB" sz="1800" dirty="0">
                <a:solidFill>
                  <a:srgbClr val="000000"/>
                </a:solidFill>
                <a:latin typeface="Times New Roman" pitchFamily="16" charset="0"/>
                <a:ea typeface="ＭＳ Ｐゴシック" pitchFamily="32" charset="-128"/>
                <a:cs typeface="Times New Roman" pitchFamily="16" charset="0"/>
              </a:rPr>
              <a:t>, “Using Microsoft Word To Write Your Dissertation”</a:t>
            </a:r>
            <a:r>
              <a:rPr lang="en-GB" sz="1800" i="1" dirty="0">
                <a:noFill/>
                <a:latin typeface="Times New Roman" pitchFamily="16" charset="0"/>
                <a:ea typeface="ＭＳ Ｐゴシック" pitchFamily="32" charset="-128"/>
                <a:cs typeface="Times New Roman" pitchFamily="16" charset="0"/>
              </a:rPr>
              <a:t>,</a:t>
            </a:r>
            <a:r>
              <a:rPr lang="en-GB" sz="1800" dirty="0">
                <a:noFill/>
                <a:latin typeface="Arial" charset="0"/>
                <a:ea typeface="ＭＳ Ｐゴシック" pitchFamily="32" charset="-128"/>
                <a:cs typeface="+mn-cs"/>
              </a:rPr>
              <a:t>, </a:t>
            </a:r>
            <a:r>
              <a:rPr lang="en-GB" sz="1800" dirty="0">
                <a:solidFill>
                  <a:srgbClr val="000000"/>
                </a:solidFill>
                <a:latin typeface="Times New Roman" pitchFamily="16" charset="0"/>
                <a:ea typeface="ＭＳ Ｐゴシック" pitchFamily="32" charset="-128"/>
                <a:cs typeface="Times New Roman" pitchFamily="16" charset="0"/>
              </a:rPr>
              <a:t>January 29, 2011,</a:t>
            </a: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endParaRPr lang="en-GB" sz="1800" dirty="0">
              <a:solidFill>
                <a:srgbClr val="000000"/>
              </a:solidFill>
              <a:latin typeface="Times New Roman" pitchFamily="16" charset="0"/>
              <a:ea typeface="ＭＳ Ｐゴシック" pitchFamily="32" charset="-128"/>
              <a:cs typeface="Times New Roman" pitchFamily="16" charset="0"/>
            </a:endParaRP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r>
              <a:rPr lang="en-GB" sz="1800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IS Information Services, “Producing a Thesis Using Word”, Workbook  Edition 4, May 2013, </a:t>
            </a: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endParaRPr lang="en-GB" sz="1800" dirty="0">
              <a:solidFill>
                <a:srgbClr val="000000"/>
              </a:solidFill>
              <a:latin typeface="Times New Roman" pitchFamily="16" charset="0"/>
              <a:ea typeface="ＭＳ Ｐゴシック" pitchFamily="32" charset="-128"/>
              <a:cs typeface="+mn-cs"/>
            </a:endParaRP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r>
              <a:rPr lang="en-GB" sz="1800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, “Undergraduate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Reseach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 Scholars Thesis </a:t>
            </a:r>
            <a:r>
              <a:rPr lang="en-GB" sz="1800" dirty="0" err="1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Chechlist</a:t>
            </a:r>
            <a:r>
              <a:rPr lang="en-GB" sz="1800" dirty="0">
                <a:solidFill>
                  <a:schemeClr val="tx1"/>
                </a:solidFill>
                <a:latin typeface="+mn-lt"/>
                <a:ea typeface="ＭＳ Ｐゴシック" pitchFamily="32" charset="-128"/>
                <a:cs typeface="+mn-cs"/>
              </a:rPr>
              <a:t> Checklist and Examples , July 2013</a:t>
            </a: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endParaRPr lang="en-GB" sz="1800" dirty="0">
              <a:solidFill>
                <a:schemeClr val="tx1"/>
              </a:solidFill>
              <a:latin typeface="Times New Roman" pitchFamily="16" charset="0"/>
              <a:ea typeface="ＭＳ Ｐゴシック" pitchFamily="32" charset="-128"/>
              <a:cs typeface="+mn-cs"/>
            </a:endParaRP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r>
              <a:rPr lang="en-GB" sz="1800" dirty="0">
                <a:solidFill>
                  <a:schemeClr val="tx1"/>
                </a:solidFill>
                <a:latin typeface="Times New Roman" pitchFamily="16" charset="0"/>
                <a:ea typeface="ＭＳ Ｐゴシック" pitchFamily="32" charset="-128"/>
                <a:cs typeface="+mn-cs"/>
              </a:rPr>
              <a:t>International University School of Business, “Undergraduate Thesis Format Guidelines”,</a:t>
            </a:r>
          </a:p>
          <a:p>
            <a:pPr marL="341313" indent="-341313">
              <a:buClr>
                <a:srgbClr val="000000"/>
              </a:buClr>
              <a:buSzPct val="100000"/>
              <a:buFont typeface="Times New Roman" pitchFamily="16" charset="0"/>
              <a:buAutoNum type="arabicPeriod"/>
              <a:tabLst>
                <a:tab pos="341313" algn="l"/>
                <a:tab pos="788988" algn="l"/>
                <a:tab pos="1238250" algn="l"/>
                <a:tab pos="1687513" algn="l"/>
                <a:tab pos="2136775" algn="l"/>
                <a:tab pos="2586038" algn="l"/>
                <a:tab pos="3035300" algn="l"/>
                <a:tab pos="3484563" algn="l"/>
                <a:tab pos="3933825" algn="l"/>
                <a:tab pos="4383088" algn="l"/>
                <a:tab pos="4832350" algn="l"/>
                <a:tab pos="5281613" algn="l"/>
                <a:tab pos="5730875" algn="l"/>
                <a:tab pos="6180138" algn="l"/>
                <a:tab pos="6629400" algn="l"/>
                <a:tab pos="7078663" algn="l"/>
                <a:tab pos="7527925" algn="l"/>
                <a:tab pos="7977188" algn="l"/>
                <a:tab pos="8426450" algn="l"/>
                <a:tab pos="8875713" algn="l"/>
                <a:tab pos="9324975" algn="l"/>
              </a:tabLst>
              <a:defRPr/>
            </a:pPr>
            <a:endParaRPr lang="en-GB" sz="1800" dirty="0">
              <a:solidFill>
                <a:schemeClr val="tx1"/>
              </a:solidFill>
              <a:latin typeface="Times New Roman" pitchFamily="16" charset="0"/>
              <a:ea typeface="ＭＳ Ｐゴシック" pitchFamily="32" charset="-128"/>
              <a:cs typeface="+mn-cs"/>
            </a:endParaRPr>
          </a:p>
        </p:txBody>
      </p:sp>
      <p:sp>
        <p:nvSpPr>
          <p:cNvPr id="26627" name="Text Box 2"/>
          <p:cNvSpPr txBox="1">
            <a:spLocks noChangeArrowheads="1"/>
          </p:cNvSpPr>
          <p:nvPr/>
        </p:nvSpPr>
        <p:spPr bwMode="auto">
          <a:xfrm>
            <a:off x="381000" y="1447800"/>
            <a:ext cx="8380413" cy="684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sz="2800" b="1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grpSp>
        <p:nvGrpSpPr>
          <p:cNvPr id="26628" name="Group 5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7" name="Rectangle 6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6636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6630" name="Slide Number Placeholder 11"/>
          <p:cNvSpPr txBox="1">
            <a:spLocks/>
          </p:cNvSpPr>
          <p:nvPr/>
        </p:nvSpPr>
        <p:spPr bwMode="auto">
          <a:xfrm>
            <a:off x="1763713" y="3429000"/>
            <a:ext cx="6696075" cy="287338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3000"/>
              </a:lnSpc>
              <a:buSzPct val="100000"/>
              <a:buFont typeface="Times New Roman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300">
                <a:hlinkClick r:id="rId3"/>
              </a:rPr>
              <a:t>http://www.staffs.ac.uk/support_depts/infoservices/learning_ support/refzone/harvard/</a:t>
            </a:r>
            <a:r>
              <a:rPr lang="en-GB" sz="1300"/>
              <a:t>,</a:t>
            </a:r>
            <a:endParaRPr lang="en-GB" sz="1300">
              <a:solidFill>
                <a:srgbClr val="FFFFFF"/>
              </a:solidFill>
            </a:endParaRPr>
          </a:p>
        </p:txBody>
      </p:sp>
      <p:sp>
        <p:nvSpPr>
          <p:cNvPr id="26631" name="Slide Number Placeholder 11"/>
          <p:cNvSpPr txBox="1">
            <a:spLocks/>
          </p:cNvSpPr>
          <p:nvPr/>
        </p:nvSpPr>
        <p:spPr bwMode="auto">
          <a:xfrm>
            <a:off x="1476375" y="4221163"/>
            <a:ext cx="6911975" cy="287337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3000"/>
              </a:lnSpc>
              <a:buSzPct val="100000"/>
              <a:buFont typeface="Times New Roman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600">
                <a:hlinkClick r:id="rId4"/>
              </a:rPr>
              <a:t>http://</a:t>
            </a:r>
            <a:r>
              <a:rPr lang="en-GB" sz="1300">
                <a:hlinkClick r:id="rId4"/>
              </a:rPr>
              <a:t>honors.tamu.edu/downloads/SCHOLARSTHESISCHECKLIST_000.pdf</a:t>
            </a:r>
            <a:endParaRPr lang="en-GB" sz="1300">
              <a:solidFill>
                <a:srgbClr val="FFFFFF"/>
              </a:solidFill>
            </a:endParaRPr>
          </a:p>
        </p:txBody>
      </p:sp>
      <p:sp>
        <p:nvSpPr>
          <p:cNvPr id="26632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pic>
        <p:nvPicPr>
          <p:cNvPr id="26633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26634" name="Slide Number Placeholder 11"/>
          <p:cNvSpPr txBox="1">
            <a:spLocks/>
          </p:cNvSpPr>
          <p:nvPr/>
        </p:nvSpPr>
        <p:spPr bwMode="auto">
          <a:xfrm>
            <a:off x="1835150" y="5084763"/>
            <a:ext cx="6840538" cy="360362"/>
          </a:xfrm>
          <a:prstGeom prst="rect">
            <a:avLst/>
          </a:prstGeom>
          <a:solidFill>
            <a:schemeClr val="accent2"/>
          </a:solidFill>
          <a:ln w="9525">
            <a:noFill/>
            <a:round/>
            <a:headEnd/>
            <a:tailEnd/>
          </a:ln>
        </p:spPr>
        <p:txBody>
          <a:bodyPr lIns="90000" tIns="46800" rIns="90000" bIns="46800"/>
          <a:lstStyle/>
          <a:p>
            <a:pPr>
              <a:lnSpc>
                <a:spcPct val="93000"/>
              </a:lnSpc>
              <a:buSzPct val="100000"/>
              <a:buFont typeface="Times New Roman" pitchFamily="18" charset="0"/>
              <a:buNone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1200">
                <a:hlinkClick r:id="rId4"/>
              </a:rPr>
              <a:t>http://</a:t>
            </a:r>
            <a:r>
              <a:rPr lang="en-GB" sz="1200">
                <a:hlinkClick r:id="rId6"/>
              </a:rPr>
              <a:t>http://www.hcmiu.edu.vn/business/doc_viewer.aspx?fileName=/business/upload/file/Thesis-format-guidelines.pdf</a:t>
            </a:r>
            <a:endParaRPr lang="en-GB" sz="120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13							Fall2013</a:t>
            </a:r>
          </a:p>
        </p:txBody>
      </p:sp>
      <p:sp>
        <p:nvSpPr>
          <p:cNvPr id="14" name="Slide Number Placeholder 11"/>
          <p:cNvSpPr>
            <a:spLocks noGrp="1"/>
          </p:cNvSpPr>
          <p:nvPr>
            <p:ph type="sldNum" sz="quarter" idx="10"/>
          </p:nvPr>
        </p:nvSpPr>
        <p:spPr>
          <a:xfrm>
            <a:off x="1371396" y="2584782"/>
            <a:ext cx="7056784" cy="360040"/>
          </a:xfrm>
          <a:solidFill>
            <a:schemeClr val="accent2"/>
          </a:solidFill>
        </p:spPr>
        <p:txBody>
          <a:bodyPr/>
          <a:lstStyle/>
          <a:p>
            <a:pPr>
              <a:defRPr/>
            </a:pPr>
            <a:r>
              <a:rPr lang="en-GB" sz="1400" dirty="0" err="1">
                <a:noFill/>
                <a:hlinkClick r:id="rId7"/>
              </a:rPr>
              <a:t>Geekscribes</a:t>
            </a:r>
            <a:r>
              <a:rPr lang="en-GB" sz="1400" dirty="0">
                <a:noFill/>
                <a:hlinkClick r:id="rId7"/>
              </a:rPr>
              <a:t>, Using Microsoft Word To Write Your Dissertation? 10 Essential Tips!</a:t>
            </a:r>
            <a:r>
              <a:rPr lang="en-GB" sz="1400" dirty="0">
                <a:noFill/>
              </a:rPr>
              <a:t> </a:t>
            </a:r>
            <a:fld id="{A93B3073-82F1-4010-B016-1680D1E395D0}" type="slidenum">
              <a:rPr lang="en-GB" sz="1400" smtClean="0"/>
              <a:pPr>
                <a:defRPr/>
              </a:pPr>
              <a:t>14</a:t>
            </a:fld>
            <a:endParaRPr lang="en-GB" sz="1400" dirty="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1"/>
          <p:cNvSpPr txBox="1">
            <a:spLocks noChangeArrowheads="1"/>
          </p:cNvSpPr>
          <p:nvPr/>
        </p:nvSpPr>
        <p:spPr bwMode="auto">
          <a:xfrm>
            <a:off x="381000" y="1447800"/>
            <a:ext cx="8380413" cy="3636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800" b="1">
                <a:solidFill>
                  <a:srgbClr val="00213B"/>
                </a:solidFill>
                <a:latin typeface="comic"/>
              </a:rPr>
              <a:t>Thank You</a:t>
            </a:r>
            <a:br>
              <a:rPr lang="en-GB" sz="2800" b="1">
                <a:solidFill>
                  <a:srgbClr val="00213B"/>
                </a:solidFill>
                <a:latin typeface="comic"/>
              </a:rPr>
            </a:br>
            <a:br>
              <a:rPr lang="en-GB" sz="2800" b="1">
                <a:solidFill>
                  <a:srgbClr val="00213B"/>
                </a:solidFill>
                <a:latin typeface="comic"/>
              </a:rPr>
            </a:br>
            <a:br>
              <a:rPr lang="en-GB" sz="2800" b="1">
                <a:solidFill>
                  <a:srgbClr val="00213B"/>
                </a:solidFill>
                <a:latin typeface="comic"/>
              </a:rPr>
            </a:br>
            <a:r>
              <a:rPr lang="en-GB" sz="2800" b="1" i="1">
                <a:solidFill>
                  <a:srgbClr val="00213B"/>
                </a:solidFill>
                <a:latin typeface="Times New Roman" pitchFamily="18" charset="0"/>
              </a:rPr>
              <a:t>Any ??????</a:t>
            </a:r>
          </a:p>
        </p:txBody>
      </p:sp>
      <p:grpSp>
        <p:nvGrpSpPr>
          <p:cNvPr id="27651" name="Group 4"/>
          <p:cNvGrpSpPr>
            <a:grpSpLocks/>
          </p:cNvGrpSpPr>
          <p:nvPr/>
        </p:nvGrpSpPr>
        <p:grpSpPr bwMode="auto">
          <a:xfrm>
            <a:off x="0" y="0"/>
            <a:ext cx="9144000" cy="1412875"/>
            <a:chOff x="0" y="0"/>
            <a:chExt cx="9144000" cy="1412875"/>
          </a:xfrm>
        </p:grpSpPr>
        <p:sp>
          <p:nvSpPr>
            <p:cNvPr id="6" name="Rectangle 5"/>
            <p:cNvSpPr/>
            <p:nvPr/>
          </p:nvSpPr>
          <p:spPr bwMode="auto">
            <a:xfrm>
              <a:off x="0" y="0"/>
              <a:ext cx="9144000" cy="141287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>
                <a:lnSpc>
                  <a:spcPct val="93000"/>
                </a:lnSpc>
                <a:buClr>
                  <a:srgbClr val="000000"/>
                </a:buClr>
                <a:buSzPct val="100000"/>
                <a:buFont typeface="Times New Roman" pitchFamily="16" charset="0"/>
                <a:buNone/>
                <a:defRPr/>
              </a:pPr>
              <a:endParaRPr lang="en-GB">
                <a:latin typeface="Arial" charset="0"/>
                <a:ea typeface="ＭＳ Ｐゴシック" pitchFamily="32" charset="-128"/>
                <a:cs typeface="+mn-cs"/>
              </a:endParaRPr>
            </a:p>
          </p:txBody>
        </p:sp>
        <p:sp>
          <p:nvSpPr>
            <p:cNvPr id="27656" name="Text Box 5"/>
            <p:cNvSpPr txBox="1">
              <a:spLocks noChangeArrowheads="1"/>
            </p:cNvSpPr>
            <p:nvPr/>
          </p:nvSpPr>
          <p:spPr bwMode="auto">
            <a:xfrm>
              <a:off x="942653" y="188640"/>
              <a:ext cx="1804988" cy="828675"/>
            </a:xfrm>
            <a:prstGeom prst="rect">
              <a:avLst/>
            </a:prstGeom>
            <a:noFill/>
            <a:ln w="9525">
              <a:noFill/>
              <a:round/>
              <a:headEnd/>
              <a:tailEnd/>
            </a:ln>
          </p:spPr>
          <p:txBody>
            <a:bodyPr lIns="90000" tIns="46800" rIns="90000" bIns="46800">
              <a:spAutoFit/>
            </a:bodyPr>
            <a:lstStyle/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University</a:t>
              </a:r>
            </a:p>
            <a:p>
              <a:pPr>
                <a:lnSpc>
                  <a:spcPct val="93000"/>
                </a:lnSpc>
                <a:buSzPct val="100000"/>
                <a:tabLst>
                  <a:tab pos="0" algn="l"/>
                  <a:tab pos="447675" algn="l"/>
                  <a:tab pos="896938" algn="l"/>
                  <a:tab pos="1346200" algn="l"/>
                  <a:tab pos="1795463" algn="l"/>
                  <a:tab pos="2244725" algn="l"/>
                  <a:tab pos="2693988" algn="l"/>
                  <a:tab pos="3143250" algn="l"/>
                  <a:tab pos="3592513" algn="l"/>
                  <a:tab pos="4041775" algn="l"/>
                  <a:tab pos="4491038" algn="l"/>
                  <a:tab pos="4940300" algn="l"/>
                  <a:tab pos="5389563" algn="l"/>
                  <a:tab pos="5838825" algn="l"/>
                  <a:tab pos="6288088" algn="l"/>
                  <a:tab pos="6737350" algn="l"/>
                  <a:tab pos="7186613" algn="l"/>
                  <a:tab pos="7635875" algn="l"/>
                  <a:tab pos="8085138" algn="l"/>
                  <a:tab pos="8534400" algn="l"/>
                  <a:tab pos="8983663" algn="l"/>
                </a:tabLst>
              </a:pPr>
              <a:r>
                <a:rPr lang="en-GB" sz="2600" i="1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of</a:t>
              </a:r>
              <a:r>
                <a:rPr lang="en-GB" sz="2600">
                  <a:solidFill>
                    <a:srgbClr val="F2F2F2"/>
                  </a:solidFill>
                  <a:latin typeface="Times New Roman" pitchFamily="18" charset="0"/>
                  <a:cs typeface="Arabic Typesetting" pitchFamily="66" charset="-78"/>
                </a:rPr>
                <a:t>  Tripoli</a:t>
              </a:r>
            </a:p>
          </p:txBody>
        </p:sp>
      </p:grpSp>
      <p:sp>
        <p:nvSpPr>
          <p:cNvPr id="27653" name="Text Box 2"/>
          <p:cNvSpPr txBox="1">
            <a:spLocks noChangeArrowheads="1"/>
          </p:cNvSpPr>
          <p:nvPr/>
        </p:nvSpPr>
        <p:spPr bwMode="auto">
          <a:xfrm>
            <a:off x="2195513" y="0"/>
            <a:ext cx="4392612" cy="12239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lIns="90000" tIns="46800" rIns="90000" bIns="46800" anchor="ctr"/>
          <a:lstStyle/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How to Start and Organize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GB" sz="2000" b="1">
                <a:solidFill>
                  <a:srgbClr val="FFFF00"/>
                </a:solidFill>
              </a:rPr>
              <a:t> Your Dissertation</a:t>
            </a: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  <a:p>
            <a:pPr algn="ctr">
              <a:lnSpc>
                <a:spcPct val="93000"/>
              </a:lnSpc>
              <a:buSzPct val="10000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endParaRPr lang="en-GB" sz="1400" b="1">
              <a:solidFill>
                <a:srgbClr val="FFFF00"/>
              </a:solidFill>
            </a:endParaRPr>
          </a:p>
        </p:txBody>
      </p:sp>
      <p:pic>
        <p:nvPicPr>
          <p:cNvPr id="27654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7950" y="228600"/>
            <a:ext cx="779463" cy="93186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611560" y="6381329"/>
            <a:ext cx="81369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>
                <a:solidFill>
                  <a:schemeClr val="tx1"/>
                </a:solidFill>
              </a:rPr>
              <a:t>Y. </a:t>
            </a:r>
            <a:r>
              <a:rPr lang="en-GB" sz="1400" b="1" dirty="0" err="1">
                <a:solidFill>
                  <a:schemeClr val="tx1"/>
                </a:solidFill>
              </a:rPr>
              <a:t>Gdura</a:t>
            </a:r>
            <a:r>
              <a:rPr lang="en-GB" sz="1400" b="1" dirty="0">
                <a:solidFill>
                  <a:schemeClr val="tx1"/>
                </a:solidFill>
              </a:rPr>
              <a:t> 							       								Fall2013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 Theme">
      <a:majorFont>
        <a:latin typeface="Arial"/>
        <a:ea typeface="DejaVu Sans"/>
        <a:cs typeface="DejaVu Sans"/>
      </a:majorFont>
      <a:minorFont>
        <a:latin typeface="Times New Roman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pitchFamily="3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93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6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Arial" charset="0"/>
            <a:ea typeface="ＭＳ Ｐゴシック" pitchFamily="32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ffice Them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ffice Them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مستند" ma:contentTypeID="0x010100CEA4479A476C2D43AB460DCFD4C08CAD" ma:contentTypeVersion="12" ma:contentTypeDescription="إنشاء مستند جديد." ma:contentTypeScope="" ma:versionID="f66867d77b8287cfda48639cbe3377b3">
  <xsd:schema xmlns:xsd="http://www.w3.org/2001/XMLSchema" xmlns:xs="http://www.w3.org/2001/XMLSchema" xmlns:p="http://schemas.microsoft.com/office/2006/metadata/properties" xmlns:ns2="66f16ad9-ec21-46bb-a034-84f087600b24" xmlns:ns3="59598154-902d-473d-ad06-5997deda8dfb" targetNamespace="http://schemas.microsoft.com/office/2006/metadata/properties" ma:root="true" ma:fieldsID="999c0001368576a89c170a18cbdde305" ns2:_="" ns3:_="">
    <xsd:import namespace="66f16ad9-ec21-46bb-a034-84f087600b24"/>
    <xsd:import namespace="59598154-902d-473d-ad06-5997deda8d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6f16ad9-ec21-46bb-a034-84f087600b2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علامات الصور" ma:readOnly="false" ma:fieldId="{5cf76f15-5ced-4ddc-b409-7134ff3c332f}" ma:taxonomyMulti="true" ma:sspId="7a0f39c1-abb1-453c-af58-fd8478c46f2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598154-902d-473d-ad06-5997deda8df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تمت مشاركته مع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مشتركة مع تفاصيل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b84a679b-d293-4fde-8da0-3ff25cb48e99}" ma:internalName="TaxCatchAll" ma:showField="CatchAllData" ma:web="59598154-902d-473d-ad06-5997deda8df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نوع المحتوى"/>
        <xsd:element ref="dc:title" minOccurs="0" maxOccurs="1" ma:index="4" ma:displayName="العنوان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9598154-902d-473d-ad06-5997deda8dfb" xsi:nil="true"/>
    <lcf76f155ced4ddcb4097134ff3c332f xmlns="66f16ad9-ec21-46bb-a034-84f087600b24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D0C6A63-E0FA-4DD2-9563-5CF040B9CBE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F789544-0463-4C14-886C-7D2F1AC646BD}"/>
</file>

<file path=customXml/itemProps3.xml><?xml version="1.0" encoding="utf-8"?>
<ds:datastoreItem xmlns:ds="http://schemas.openxmlformats.org/officeDocument/2006/customXml" ds:itemID="{2C723249-EFC8-4B56-9793-62F97A52C983}">
  <ds:schemaRefs>
    <ds:schemaRef ds:uri="http://schemas.microsoft.com/office/2006/metadata/properties"/>
    <ds:schemaRef ds:uri="http://schemas.microsoft.com/office/infopath/2007/PartnerControls"/>
    <ds:schemaRef ds:uri="59598154-902d-473d-ad06-5997deda8dfb"/>
    <ds:schemaRef ds:uri="66f16ad9-ec21-46bb-a034-84f087600b2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17208</TotalTime>
  <Words>1765</Words>
  <Application>Microsoft Office PowerPoint</Application>
  <PresentationFormat>On-screen Show (4:3)</PresentationFormat>
  <Paragraphs>300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unitower</dc:title>
  <dc:creator>Paul Cockshott</dc:creator>
  <cp:lastModifiedBy>Yusra Mohamed</cp:lastModifiedBy>
  <cp:revision>940</cp:revision>
  <cp:lastPrinted>1601-01-01T00:00:00Z</cp:lastPrinted>
  <dcterms:created xsi:type="dcterms:W3CDTF">2022-05-25T22:01:12Z</dcterms:created>
  <dcterms:modified xsi:type="dcterms:W3CDTF">2023-07-20T00:11:57Z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0x010100CEA4479A476C2D43AB460DCFD4C08CAD</vt:lpwstr>
  </property>
  <property fmtid="{D5CDD505-2E9C-101B-9397-08002B2CF9AE}" pid="3" name="MediaServiceImageTags">
    <vt:lpwstr/>
  </property>
</Properties>
</file>